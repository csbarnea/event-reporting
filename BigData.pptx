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Sora"/>
      <p:regular r:id="rId25"/>
      <p:bold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87fa921f8d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87fa921f8d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b9c4c3d4da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b9c4c3d4da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9c24891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3b9c24891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b9c24891b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b9c24891b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b9c4c3d4da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b9c4c3d4d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b9c4c3d4d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b9c4c3d4d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b9c24891b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3b9c24891b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b9c4c3d4d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b9c4c3d4d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Coloane si randuri la schematised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Datele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">
                <a:solidFill>
                  <a:schemeClr val="dk1"/>
                </a:solidFill>
              </a:rPr>
              <a:t> sunt stocate </a:t>
            </a:r>
            <a:r>
              <a:rPr i="1" lang="en">
                <a:solidFill>
                  <a:schemeClr val="dk1"/>
                </a:solidFill>
              </a:rPr>
              <a:t>fizic lângă</a:t>
            </a:r>
            <a:r>
              <a:rPr lang="en">
                <a:solidFill>
                  <a:schemeClr val="dk1"/>
                </a:solidFill>
              </a:rPr>
              <a:t> rândurile din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Tabele interleaved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b9c24891b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b9c24891b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b9c876dc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b9c876dc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b9c876dc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b9c876dc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b9c24891b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b9c24891b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b9c24891b6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3b9c24891b6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b9c24891b6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b9c24891b6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b9c24891b6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b9c24891b6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b9c24891b6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b9c24891b6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the </a:t>
            </a:r>
            <a:r>
              <a:rPr b="1" lang="en">
                <a:solidFill>
                  <a:schemeClr val="dk1"/>
                </a:solidFill>
              </a:rPr>
              <a:t>scalability of NoSQL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</a:t>
            </a:r>
            <a:r>
              <a:rPr b="1" lang="en">
                <a:solidFill>
                  <a:schemeClr val="dk1"/>
                </a:solidFill>
              </a:rPr>
              <a:t>consistency and transactions of SQL databases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Spanner has evolved from a Bigtable-like versioned key-value store into a temporal multi-version database.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0000" y="1215750"/>
            <a:ext cx="77109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36" name="Google Shape;36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" name="Google Shape;37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42" name="Google Shape;42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7"/>
          <p:cNvSpPr/>
          <p:nvPr>
            <p:ph idx="2" type="pic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hasCustomPrompt="1" type="title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hasCustomPrompt="1"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/>
          <p:nvPr>
            <p:ph hasCustomPrompt="1" idx="2" type="title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hasCustomPrompt="1" idx="3" type="title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4" type="title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5" type="title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6" type="title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7" type="subTitle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8" type="subTitle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9" type="subTitle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3" type="subTitle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4" type="subTitle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44" name="Google Shape;144;p13"/>
          <p:cNvSpPr txBox="1"/>
          <p:nvPr>
            <p:ph idx="15"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" type="subTitle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2" type="subTitle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3" type="subTitle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4" type="subTitle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5" type="subTitle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6" type="subTitle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73" name="Google Shape;173;p1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idx="1" type="subTitle"/>
          </p:nvPr>
        </p:nvSpPr>
        <p:spPr>
          <a:xfrm>
            <a:off x="2321755" y="1748900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2" type="subTitle"/>
          </p:nvPr>
        </p:nvSpPr>
        <p:spPr>
          <a:xfrm>
            <a:off x="5614906" y="1748900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6"/>
          <p:cNvSpPr txBox="1"/>
          <p:nvPr>
            <p:ph idx="3" type="subTitle"/>
          </p:nvPr>
        </p:nvSpPr>
        <p:spPr>
          <a:xfrm>
            <a:off x="2321754" y="340947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4" type="subTitle"/>
          </p:nvPr>
        </p:nvSpPr>
        <p:spPr>
          <a:xfrm>
            <a:off x="5614906" y="340947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5" type="subTitle"/>
          </p:nvPr>
        </p:nvSpPr>
        <p:spPr>
          <a:xfrm>
            <a:off x="2321754" y="13793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0" name="Google Shape;180;p16"/>
          <p:cNvSpPr txBox="1"/>
          <p:nvPr>
            <p:ph idx="6" type="subTitle"/>
          </p:nvPr>
        </p:nvSpPr>
        <p:spPr>
          <a:xfrm>
            <a:off x="2321754" y="304000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1" name="Google Shape;181;p16"/>
          <p:cNvSpPr txBox="1"/>
          <p:nvPr>
            <p:ph idx="7" type="subTitle"/>
          </p:nvPr>
        </p:nvSpPr>
        <p:spPr>
          <a:xfrm>
            <a:off x="5614879" y="13793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2" name="Google Shape;182;p16"/>
          <p:cNvSpPr txBox="1"/>
          <p:nvPr>
            <p:ph idx="8" type="subTitle"/>
          </p:nvPr>
        </p:nvSpPr>
        <p:spPr>
          <a:xfrm>
            <a:off x="5614879" y="304000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92" name="Google Shape;192;p1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idx="1" type="subTitle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7"/>
          <p:cNvSpPr txBox="1"/>
          <p:nvPr>
            <p:ph idx="2" type="subTitle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7"/>
          <p:cNvSpPr txBox="1"/>
          <p:nvPr>
            <p:ph idx="3" type="subTitle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4" type="subTitle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5" type="subTitle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6" type="subTitle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7"/>
          <p:cNvSpPr txBox="1"/>
          <p:nvPr>
            <p:ph idx="7" type="subTitle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8" type="subTitle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9" type="subTitle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3" type="subTitle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" name="Google Shape;204;p17"/>
          <p:cNvSpPr txBox="1"/>
          <p:nvPr>
            <p:ph idx="14" type="subTitle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" name="Google Shape;205;p17"/>
          <p:cNvSpPr txBox="1"/>
          <p:nvPr>
            <p:ph idx="15" type="subTitle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215" name="Google Shape;215;p17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1" type="subTitle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rect b="b" l="l" r="r" t="t"/>
                <a:pathLst>
                  <a:path extrusionOk="0" h="2645" w="5474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rect b="b" l="l" r="r" t="t"/>
                <a:pathLst>
                  <a:path extrusionOk="0" h="1661" w="3415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rect b="b" l="l" r="r" t="t"/>
                <a:pathLst>
                  <a:path extrusionOk="0" h="6272" w="8304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rect b="b" l="l" r="r" t="t"/>
                <a:pathLst>
                  <a:path extrusionOk="0" h="1643" w="1643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rect b="b" l="l" r="r" t="t"/>
                <a:pathLst>
                  <a:path extrusionOk="0" h="2051" w="206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rect b="b" l="l" r="r" t="t"/>
                <a:pathLst>
                  <a:path extrusionOk="0" h="882" w="882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rect b="b" l="l" r="r" t="t"/>
                <a:pathLst>
                  <a:path extrusionOk="0" h="567" w="567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rect b="b" l="l" r="r" t="t"/>
                <a:pathLst>
                  <a:path extrusionOk="0" h="13787" w="13796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rect b="b" l="l" r="r" t="t"/>
                <a:pathLst>
                  <a:path extrusionOk="0" h="11235" w="16244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rect b="b" l="l" r="r" t="t"/>
                <a:pathLst>
                  <a:path extrusionOk="0" h="11346" w="16374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rect b="b" l="l" r="r" t="t"/>
                <a:pathLst>
                  <a:path extrusionOk="0" h="9083" w="1387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rect b="b" l="l" r="r" t="t"/>
                <a:pathLst>
                  <a:path extrusionOk="0" h="9194" w="13991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rect b="b" l="l" r="r" t="t"/>
                <a:pathLst>
                  <a:path extrusionOk="0" h="3044" w="113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rect b="b" l="l" r="r" t="t"/>
                <a:pathLst>
                  <a:path extrusionOk="0" h="363" w="362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rect b="b" l="l" r="r" t="t"/>
                <a:pathLst>
                  <a:path extrusionOk="0" h="1458" w="2157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rect b="b" l="l" r="r" t="t"/>
                <a:pathLst>
                  <a:path extrusionOk="0" h="1568" w="2168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rect b="b" l="l" r="r" t="t"/>
                <a:pathLst>
                  <a:path extrusionOk="0" h="112" w="21272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rect b="b" l="l" r="r" t="t"/>
                <a:pathLst>
                  <a:path extrusionOk="0" h="456" w="412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rect b="b" l="l" r="r" t="t"/>
                <a:pathLst>
                  <a:path extrusionOk="0" h="576" w="424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rect b="b" l="l" r="r" t="t"/>
                <a:pathLst>
                  <a:path extrusionOk="0" h="6356" w="7441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rect b="b" l="l" r="r" t="t"/>
                <a:pathLst>
                  <a:path extrusionOk="0" h="6356" w="7441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rect b="b" l="l" r="r" t="t"/>
                <a:pathLst>
                  <a:path extrusionOk="0" h="6486" w="7552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rect b="b" l="l" r="r" t="t"/>
                <a:pathLst>
                  <a:path extrusionOk="0" h="688" w="5131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rect b="b" l="l" r="r" t="t"/>
                <a:pathLst>
                  <a:path extrusionOk="0" h="798" w="5251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rect b="b" l="l" r="r" t="t"/>
                <a:pathLst>
                  <a:path extrusionOk="0" h="288" w="3981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rect b="b" l="l" r="r" t="t"/>
                <a:pathLst>
                  <a:path extrusionOk="0" h="400" w="3359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rect b="b" l="l" r="r" t="t"/>
                <a:pathLst>
                  <a:path extrusionOk="0" h="521" w="3471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rect b="b" l="l" r="r" t="t"/>
                <a:pathLst>
                  <a:path extrusionOk="0" h="196" w="186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rect b="b" l="l" r="r" t="t"/>
                <a:pathLst>
                  <a:path extrusionOk="0" h="2154" w="2153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rect b="b" l="l" r="r" t="t"/>
                <a:pathLst>
                  <a:path extrusionOk="0" h="2264" w="2265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rect b="b" l="l" r="r" t="t"/>
                <a:pathLst>
                  <a:path extrusionOk="0" h="484" w="956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rect b="b" l="l" r="r" t="t"/>
                <a:pathLst>
                  <a:path extrusionOk="0" h="595" w="1077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rect b="b" l="l" r="r" t="t"/>
                <a:pathLst>
                  <a:path extrusionOk="0" h="549" w="548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rect b="b" l="l" r="r" t="t"/>
                <a:pathLst>
                  <a:path extrusionOk="0" h="659" w="66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rect b="b" l="l" r="r" t="t"/>
                <a:pathLst>
                  <a:path extrusionOk="0" h="492" w="1587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rect b="b" l="l" r="r" t="t"/>
                <a:pathLst>
                  <a:path extrusionOk="0" h="604" w="1707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rect b="b" l="l" r="r" t="t"/>
                <a:pathLst>
                  <a:path extrusionOk="0" h="9600" w="964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rect b="b" l="l" r="r" t="t"/>
                <a:pathLst>
                  <a:path extrusionOk="0" h="9714" w="9751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rect b="b" l="l" r="r" t="t"/>
                <a:pathLst>
                  <a:path extrusionOk="0" h="11235" w="16253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rect b="b" l="l" r="r" t="t"/>
                <a:pathLst>
                  <a:path extrusionOk="0" h="11356" w="16365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rect b="b" l="l" r="r" t="t"/>
                <a:pathLst>
                  <a:path extrusionOk="0" h="9074" w="13879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rect b="b" l="l" r="r" t="t"/>
                <a:pathLst>
                  <a:path extrusionOk="0" h="9194" w="13991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rect b="b" l="l" r="r" t="t"/>
                <a:pathLst>
                  <a:path extrusionOk="0" h="3043" w="122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rect b="b" l="l" r="r" t="t"/>
                <a:pathLst>
                  <a:path extrusionOk="0" h="363" w="373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rect b="b" l="l" r="r" t="t"/>
                <a:pathLst>
                  <a:path extrusionOk="0" h="1458" w="2157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rect b="b" l="l" r="r" t="t"/>
                <a:pathLst>
                  <a:path extrusionOk="0" h="1568" w="21689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rect b="b" l="l" r="r" t="t"/>
                <a:pathLst>
                  <a:path extrusionOk="0" h="112" w="21272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rect b="b" l="l" r="r" t="t"/>
                <a:pathLst>
                  <a:path extrusionOk="0" h="456" w="4119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rect b="b" l="l" r="r" t="t"/>
                <a:pathLst>
                  <a:path extrusionOk="0" h="567" w="4231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rect b="b" l="l" r="r" t="t"/>
                <a:pathLst>
                  <a:path extrusionOk="0" h="6365" w="7431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rect b="b" l="l" r="r" t="t"/>
                <a:pathLst>
                  <a:path extrusionOk="0" h="6365" w="7432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rect b="b" l="l" r="r" t="t"/>
                <a:pathLst>
                  <a:path extrusionOk="0" h="6476" w="7552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rect b="b" l="l" r="r" t="t"/>
                <a:pathLst>
                  <a:path extrusionOk="0" h="688" w="5131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rect b="b" l="l" r="r" t="t"/>
                <a:pathLst>
                  <a:path extrusionOk="0" h="798" w="5251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rect b="b" l="l" r="r" t="t"/>
                <a:pathLst>
                  <a:path extrusionOk="0" h="288" w="399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rect b="b" l="l" r="r" t="t"/>
                <a:pathLst>
                  <a:path extrusionOk="0" h="400" w="3359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rect b="b" l="l" r="r" t="t"/>
                <a:pathLst>
                  <a:path extrusionOk="0" h="511" w="3471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rect b="b" l="l" r="r" t="t"/>
                <a:pathLst>
                  <a:path extrusionOk="0" h="196" w="187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rect b="b" l="l" r="r" t="t"/>
                <a:pathLst>
                  <a:path extrusionOk="0" h="196" w="187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rect b="b" l="l" r="r" t="t"/>
                <a:pathLst>
                  <a:path extrusionOk="0" h="2144" w="2153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rect b="b" l="l" r="r" t="t"/>
                <a:pathLst>
                  <a:path extrusionOk="0" h="2274" w="2265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rect b="b" l="l" r="r" t="t"/>
                <a:pathLst>
                  <a:path extrusionOk="0" h="483" w="956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rect b="b" l="l" r="r" t="t"/>
                <a:pathLst>
                  <a:path extrusionOk="0" h="595" w="1077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rect b="b" l="l" r="r" t="t"/>
                <a:pathLst>
                  <a:path extrusionOk="0" h="539" w="539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rect b="b" l="l" r="r" t="t"/>
                <a:pathLst>
                  <a:path extrusionOk="0" h="660" w="66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rect b="b" l="l" r="r" t="t"/>
                <a:pathLst>
                  <a:path extrusionOk="0" h="492" w="1588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rect b="b" l="l" r="r" t="t"/>
                <a:pathLst>
                  <a:path extrusionOk="0" h="613" w="1698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rect b="b" l="l" r="r" t="t"/>
                <a:pathLst>
                  <a:path extrusionOk="0" h="8897" w="1220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rect b="b" l="l" r="r" t="t"/>
                <a:pathLst>
                  <a:path extrusionOk="0" h="1503" w="1220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rect b="b" l="l" r="r" t="t"/>
                <a:pathLst>
                  <a:path extrusionOk="0" h="1615" w="12321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rect b="b" l="l" r="r" t="t"/>
                <a:pathLst>
                  <a:path extrusionOk="0" h="576" w="586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rect b="b" l="l" r="r" t="t"/>
                <a:pathLst>
                  <a:path extrusionOk="0" h="576" w="586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rect b="b" l="l" r="r" t="t"/>
                <a:pathLst>
                  <a:path extrusionOk="0" h="576" w="576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rect b="b" l="l" r="r" t="t"/>
                <a:pathLst>
                  <a:path extrusionOk="0" h="7339" w="1220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rect b="b" l="l" r="r" t="t"/>
                <a:pathLst>
                  <a:path extrusionOk="0" h="7450" w="12321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rect b="b" l="l" r="r" t="t"/>
                <a:pathLst>
                  <a:path extrusionOk="0" h="4157" w="2701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rect b="b" l="l" r="r" t="t"/>
                <a:pathLst>
                  <a:path extrusionOk="0" h="4287" w="2812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rect b="b" l="l" r="r" t="t"/>
                <a:pathLst>
                  <a:path extrusionOk="0" h="4036" w="2608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rect b="b" l="l" r="r" t="t"/>
                <a:pathLst>
                  <a:path extrusionOk="0" h="4148" w="2738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rect b="b" l="l" r="r" t="t"/>
                <a:pathLst>
                  <a:path extrusionOk="0" h="4092" w="2598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rect b="b" l="l" r="r" t="t"/>
                <a:pathLst>
                  <a:path extrusionOk="0" h="4219" w="2728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rect b="b" l="l" r="r" t="t"/>
                <a:pathLst>
                  <a:path extrusionOk="0" h="121" w="5734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rect b="b" l="l" r="r" t="t"/>
                <a:pathLst>
                  <a:path extrusionOk="0" h="122" w="2088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rect b="b" l="l" r="r" t="t"/>
                <a:pathLst>
                  <a:path extrusionOk="0" h="122" w="2515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rect b="b" l="l" r="r" t="t"/>
                <a:pathLst>
                  <a:path extrusionOk="0" h="113" w="3721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rect b="b" l="l" r="r" t="t"/>
                <a:pathLst>
                  <a:path extrusionOk="0" h="112" w="578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rect b="b" l="l" r="r" t="t"/>
                <a:pathLst>
                  <a:path extrusionOk="0" h="113" w="1912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rect b="b" l="l" r="r" t="t"/>
                <a:pathLst>
                  <a:path extrusionOk="0" h="113" w="3387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rect b="b" l="l" r="r" t="t"/>
                <a:pathLst>
                  <a:path extrusionOk="0" h="354" w="2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rect b="b" l="l" r="r" t="t"/>
                <a:pathLst>
                  <a:path extrusionOk="0" h="6625" w="9306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rect b="b" l="l" r="r" t="t"/>
                <a:pathLst>
                  <a:path extrusionOk="0" h="6754" w="9427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rect b="b" l="l" r="r" t="t"/>
                <a:pathLst>
                  <a:path extrusionOk="0" h="1114" w="9305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rect b="b" l="l" r="r" t="t"/>
                <a:pathLst>
                  <a:path extrusionOk="0" h="1235" w="9417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rect b="b" l="l" r="r" t="t"/>
                <a:pathLst>
                  <a:path extrusionOk="0" h="456" w="456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rect b="b" l="l" r="r" t="t"/>
                <a:pathLst>
                  <a:path extrusionOk="0" h="456" w="465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rect b="b" l="l" r="r" t="t"/>
                <a:pathLst>
                  <a:path extrusionOk="0" h="456" w="464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rect b="b" l="l" r="r" t="t"/>
                <a:pathLst>
                  <a:path extrusionOk="0" h="5465" w="9305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rect b="b" l="l" r="r" t="t"/>
                <a:pathLst>
                  <a:path extrusionOk="0" h="5585" w="9426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rect b="b" l="l" r="r" t="t"/>
                <a:pathLst>
                  <a:path extrusionOk="0" h="113" w="3944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rect b="b" l="l" r="r" t="t"/>
                <a:pathLst>
                  <a:path extrusionOk="0" h="122" w="1458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rect b="b" l="l" r="r" t="t"/>
                <a:pathLst>
                  <a:path extrusionOk="0" h="122" w="1754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rect b="b" l="l" r="r" t="t"/>
                <a:pathLst>
                  <a:path extrusionOk="0" h="112" w="2571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rect b="b" l="l" r="r" t="t"/>
                <a:pathLst>
                  <a:path extrusionOk="0" h="112" w="3981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rect b="b" l="l" r="r" t="t"/>
                <a:pathLst>
                  <a:path extrusionOk="0" h="121" w="1337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rect b="b" l="l" r="r" t="t"/>
                <a:pathLst>
                  <a:path extrusionOk="0" h="121" w="2348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rect b="b" l="l" r="r" t="t"/>
                <a:pathLst>
                  <a:path extrusionOk="0" h="2821" w="2821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rect b="b" l="l" r="r" t="t"/>
                <a:pathLst>
                  <a:path extrusionOk="0" h="2942" w="2932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rect b="b" l="l" r="r" t="t"/>
                <a:pathLst>
                  <a:path extrusionOk="0" h="2822" w="2821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rect b="b" l="l" r="r" t="t"/>
                <a:pathLst>
                  <a:path extrusionOk="0" h="2941" w="2933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rect b="b" l="l" r="r" t="t"/>
                <a:pathLst>
                  <a:path extrusionOk="0" h="4194" w="4713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rect b="b" l="l" r="r" t="t"/>
                <a:pathLst>
                  <a:path extrusionOk="0" h="4305" w="4305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rect b="b" l="l" r="r" t="t"/>
                <a:pathLst>
                  <a:path extrusionOk="0" h="4193" w="4509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rect b="b" l="l" r="r" t="t"/>
                <a:pathLst>
                  <a:path extrusionOk="0" h="4306" w="4314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rect b="b" l="l" r="r" t="t"/>
                <a:pathLst>
                  <a:path extrusionOk="0" h="4306" w="1365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rect b="b" l="l" r="r" t="t"/>
                <a:pathLst>
                  <a:path extrusionOk="0" h="112" w="3962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rect b="b" l="l" r="r" t="t"/>
                <a:pathLst>
                  <a:path extrusionOk="0" h="121" w="3962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rect b="b" l="l" r="r" t="t"/>
                <a:pathLst>
                  <a:path extrusionOk="0" h="493" w="3823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rect b="b" l="l" r="r" t="t"/>
                <a:pathLst>
                  <a:path extrusionOk="0" h="604" w="3944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rect b="b" l="l" r="r" t="t"/>
                <a:pathLst>
                  <a:path extrusionOk="0" h="317" w="219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rect b="b" l="l" r="r" t="t"/>
                <a:pathLst>
                  <a:path extrusionOk="0" h="316" w="219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rect b="b" l="l" r="r" t="t"/>
                <a:pathLst>
                  <a:path extrusionOk="0" h="1606" w="3711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rect b="b" l="l" r="r" t="t"/>
                <a:pathLst>
                  <a:path extrusionOk="0" h="1715" w="3841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rect b="b" l="l" r="r" t="t"/>
                <a:pathLst>
                  <a:path extrusionOk="0" h="604" w="613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rect b="b" l="l" r="r" t="t"/>
                <a:pathLst>
                  <a:path extrusionOk="0" h="719" w="725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rect b="b" l="l" r="r" t="t"/>
                <a:pathLst>
                  <a:path extrusionOk="0" h="6927" w="7432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rect b="b" l="l" r="r" t="t"/>
                <a:pathLst>
                  <a:path extrusionOk="0" h="7049" w="7404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rect b="b" l="l" r="r" t="t"/>
                <a:pathLst>
                  <a:path extrusionOk="0" h="6931" w="7877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rect b="b" l="l" r="r" t="t"/>
                <a:pathLst>
                  <a:path extrusionOk="0" h="7046" w="7552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rect b="b" l="l" r="r" t="t"/>
                <a:pathLst>
                  <a:path extrusionOk="0" h="1697" w="1689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rect b="b" l="l" r="r" t="t"/>
                <a:pathLst>
                  <a:path extrusionOk="0" h="3768" w="3285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rect b="b" l="l" r="r" t="t"/>
                <a:pathLst>
                  <a:path extrusionOk="0" h="3878" w="3405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rect b="b" l="l" r="r" t="t"/>
                <a:pathLst>
                  <a:path extrusionOk="0" h="400" w="2005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rect b="b" l="l" r="r" t="t"/>
                <a:pathLst>
                  <a:path extrusionOk="0" h="521" w="2126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rect b="b" l="l" r="r" t="t"/>
                <a:pathLst>
                  <a:path extrusionOk="0" h="697" w="696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rect b="b" l="l" r="r" t="t"/>
                <a:pathLst>
                  <a:path extrusionOk="0" h="817" w="817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rect b="b" l="l" r="r" t="t"/>
                <a:pathLst>
                  <a:path extrusionOk="0" h="280" w="288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rect b="b" l="l" r="r" t="t"/>
                <a:pathLst>
                  <a:path extrusionOk="0" h="400" w="40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rect b="b" l="l" r="r" t="t"/>
                <a:pathLst>
                  <a:path extrusionOk="0" h="122" w="2236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rect b="b" l="l" r="r" t="t"/>
                <a:pathLst>
                  <a:path extrusionOk="0" h="122" w="855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rect b="b" l="l" r="r" t="t"/>
                <a:pathLst>
                  <a:path extrusionOk="0" h="113" w="855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rect b="b" l="l" r="r" t="t"/>
                <a:pathLst>
                  <a:path extrusionOk="0" h="113" w="855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rect b="b" l="l" r="r" t="t"/>
                <a:pathLst>
                  <a:path extrusionOk="0" h="113" w="2236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rect b="b" l="l" r="r" t="t"/>
                <a:pathLst>
                  <a:path extrusionOk="0" h="112" w="2236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rect b="b" l="l" r="r" t="t"/>
                <a:pathLst>
                  <a:path extrusionOk="0" h="113" w="2236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rect b="b" l="l" r="r" t="t"/>
                <a:pathLst>
                  <a:path extrusionOk="0" h="122" w="2236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rect b="b" l="l" r="r" t="t"/>
                <a:pathLst>
                  <a:path extrusionOk="0" h="1875" w="1875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rect b="b" l="l" r="r" t="t"/>
                <a:pathLst>
                  <a:path extrusionOk="0" h="762" w="113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rect b="b" l="l" r="r" t="t"/>
                <a:pathLst>
                  <a:path extrusionOk="0" h="752" w="113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rect b="b" l="l" r="r" t="t"/>
                <a:pathLst>
                  <a:path extrusionOk="0" h="112" w="762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rect b="b" l="l" r="r" t="t"/>
                <a:pathLst>
                  <a:path extrusionOk="0" h="112" w="762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rect b="b" l="l" r="r" t="t"/>
                <a:pathLst>
                  <a:path extrusionOk="0" h="455" w="456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rect b="b" l="l" r="r" t="t"/>
                <a:pathLst>
                  <a:path extrusionOk="0" h="569" w="586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rect b="b" l="l" r="r" t="t"/>
                <a:pathLst>
                  <a:path extrusionOk="0" h="446" w="455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rect b="b" l="l" r="r" t="t"/>
                <a:pathLst>
                  <a:path extrusionOk="0" h="571" w="585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rect b="b" l="l" r="r" t="t"/>
                <a:pathLst>
                  <a:path extrusionOk="0" h="446" w="456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rect b="b" l="l" r="r" t="t"/>
                <a:pathLst>
                  <a:path extrusionOk="0" h="571" w="586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rect b="b" l="l" r="r" t="t"/>
                <a:pathLst>
                  <a:path extrusionOk="0" h="455" w="455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rect b="b" l="l" r="r" t="t"/>
                <a:pathLst>
                  <a:path extrusionOk="0" h="569" w="585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rect b="b" l="l" r="r" t="t"/>
                <a:pathLst>
                  <a:path extrusionOk="0" h="688" w="678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rect b="b" l="l" r="r" t="t"/>
                <a:pathLst>
                  <a:path extrusionOk="0" h="2070" w="1698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rect b="b" l="l" r="r" t="t"/>
                <a:pathLst>
                  <a:path extrusionOk="0" h="2183" w="1717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rect b="b" l="l" r="r" t="t"/>
                <a:pathLst>
                  <a:path extrusionOk="0" h="1548" w="2069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rect b="b" l="l" r="r" t="t"/>
                <a:pathLst>
                  <a:path extrusionOk="0" h="1661" w="2181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rect b="b" l="l" r="r" t="t"/>
                <a:pathLst>
                  <a:path extrusionOk="0" h="3562" w="2097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rect b="b" l="l" r="r" t="t"/>
                <a:pathLst>
                  <a:path extrusionOk="0" h="3681" w="2218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rect b="b" l="l" r="r" t="t"/>
                <a:pathLst>
                  <a:path extrusionOk="0" h="5724" w="130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rect b="b" l="l" r="r" t="t"/>
                <a:pathLst>
                  <a:path extrusionOk="0" h="5836" w="1411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rect b="b" l="l" r="r" t="t"/>
                <a:pathLst>
                  <a:path extrusionOk="0" h="3628" w="1291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rect b="b" l="l" r="r" t="t"/>
                <a:pathLst>
                  <a:path extrusionOk="0" h="3740" w="1401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rect b="b" l="l" r="r" t="t"/>
                <a:pathLst>
                  <a:path extrusionOk="0" h="2051" w="1299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rect b="b" l="l" r="r" t="t"/>
                <a:pathLst>
                  <a:path extrusionOk="0" h="2153" w="1402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rect b="b" l="l" r="r" t="t"/>
                <a:pathLst>
                  <a:path extrusionOk="0" h="5594" w="129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rect b="b" l="l" r="r" t="t"/>
                <a:pathLst>
                  <a:path extrusionOk="0" h="5706" w="1402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rect b="b" l="l" r="r" t="t"/>
                <a:pathLst>
                  <a:path extrusionOk="0" h="3498" w="129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rect b="b" l="l" r="r" t="t"/>
                <a:pathLst>
                  <a:path extrusionOk="0" h="3610" w="1402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rect b="b" l="l" r="r" t="t"/>
                <a:pathLst>
                  <a:path extrusionOk="0" h="1921" w="130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rect b="b" l="l" r="r" t="t"/>
                <a:pathLst>
                  <a:path extrusionOk="0" h="2023" w="1402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rect b="b" l="l" r="r" t="t"/>
                <a:pathLst>
                  <a:path extrusionOk="0" h="5594" w="129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rect b="b" l="l" r="r" t="t"/>
                <a:pathLst>
                  <a:path extrusionOk="0" h="5706" w="1402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rect b="b" l="l" r="r" t="t"/>
                <a:pathLst>
                  <a:path extrusionOk="0" h="6736" w="1299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rect b="b" l="l" r="r" t="t"/>
                <a:pathLst>
                  <a:path extrusionOk="0" h="6829" w="1384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rect b="b" l="l" r="r" t="t"/>
                <a:pathLst>
                  <a:path extrusionOk="0" h="6587" w="130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rect b="b" l="l" r="r" t="t"/>
                <a:pathLst>
                  <a:path extrusionOk="0" h="6699" w="1402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rect b="b" l="l" r="r" t="t"/>
                <a:pathLst>
                  <a:path extrusionOk="0" h="3498" w="129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rect b="b" l="l" r="r" t="t"/>
                <a:pathLst>
                  <a:path extrusionOk="0" h="3610" w="1402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rect b="b" l="l" r="r" t="t"/>
                <a:pathLst>
                  <a:path extrusionOk="0" h="1921" w="130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rect b="b" l="l" r="r" t="t"/>
                <a:pathLst>
                  <a:path extrusionOk="0" h="2023" w="1402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rect b="b" l="l" r="r" t="t"/>
                <a:pathLst>
                  <a:path extrusionOk="0" h="836" w="130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rect b="b" l="l" r="r" t="t"/>
                <a:pathLst>
                  <a:path extrusionOk="0" h="947" w="1402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rect b="b" l="l" r="r" t="t"/>
                <a:pathLst>
                  <a:path extrusionOk="0" h="780" w="130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rect b="b" l="l" r="r" t="t"/>
                <a:pathLst>
                  <a:path extrusionOk="0" h="892" w="1401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rect b="b" l="l" r="r" t="t"/>
                <a:pathLst>
                  <a:path extrusionOk="0" h="780" w="130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rect b="b" l="l" r="r" t="t"/>
                <a:pathLst>
                  <a:path extrusionOk="0" h="892" w="1401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rect b="b" l="l" r="r" t="t"/>
                <a:pathLst>
                  <a:path extrusionOk="0" h="1597" w="3712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rect b="b" l="l" r="r" t="t"/>
                <a:pathLst>
                  <a:path extrusionOk="0" h="1711" w="3842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rect b="b" l="l" r="r" t="t"/>
                <a:pathLst>
                  <a:path extrusionOk="0" h="604" w="604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rect b="b" l="l" r="r" t="t"/>
                <a:pathLst>
                  <a:path extrusionOk="0" h="723" w="734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rect b="b" l="l" r="r" t="t"/>
                <a:pathLst>
                  <a:path extrusionOk="0" h="6930" w="7422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rect b="b" l="l" r="r" t="t"/>
                <a:pathLst>
                  <a:path extrusionOk="0" h="7045" w="7404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rect b="b" l="l" r="r" t="t"/>
                <a:pathLst>
                  <a:path extrusionOk="0" h="6928" w="7877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rect b="b" l="l" r="r" t="t"/>
                <a:pathLst>
                  <a:path extrusionOk="0" h="7047" w="7394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rect b="b" l="l" r="r" t="t"/>
                <a:pathLst>
                  <a:path extrusionOk="0" h="1696" w="169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rect b="b" l="l" r="r" t="t"/>
                <a:pathLst>
                  <a:path extrusionOk="0" h="484" w="3823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rect b="b" l="l" r="r" t="t"/>
                <a:pathLst>
                  <a:path extrusionOk="0" h="604" w="3943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rect b="b" l="l" r="r" t="t"/>
                <a:pathLst>
                  <a:path extrusionOk="0" h="325" w="220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rect b="b" l="l" r="r" t="t"/>
                <a:pathLst>
                  <a:path extrusionOk="0" h="1448" w="1959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rect b="b" l="l" r="r" t="t"/>
                <a:pathLst>
                  <a:path extrusionOk="0" h="1578" w="2069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rect b="b" l="l" r="r" t="t"/>
                <a:pathLst>
                  <a:path extrusionOk="0" h="2422" w="2905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rect b="b" l="l" r="r" t="t"/>
                <a:pathLst>
                  <a:path extrusionOk="0" h="2543" w="3016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rect b="b" l="l" r="r" t="t"/>
                <a:pathLst>
                  <a:path extrusionOk="0" h="1012" w="529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rect b="b" l="l" r="r" t="t"/>
                <a:pathLst>
                  <a:path extrusionOk="0" h="1124" w="65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rect b="b" l="l" r="r" t="t"/>
                <a:pathLst>
                  <a:path extrusionOk="0" h="762" w="121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rect b="b" l="l" r="r" t="t"/>
                <a:pathLst>
                  <a:path extrusionOk="0" h="753" w="121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rect b="b" l="l" r="r" t="t"/>
                <a:pathLst>
                  <a:path extrusionOk="0" h="122" w="762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rect b="b" l="l" r="r" t="t"/>
                <a:pathLst>
                  <a:path extrusionOk="0" h="122" w="753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rect b="b" l="l" r="r" t="t"/>
                <a:pathLst>
                  <a:path extrusionOk="0" h="455" w="456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rect b="b" l="l" r="r" t="t"/>
                <a:pathLst>
                  <a:path extrusionOk="0" h="572" w="586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rect b="b" l="l" r="r" t="t"/>
                <a:pathLst>
                  <a:path extrusionOk="0" h="455" w="455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rect b="b" l="l" r="r" t="t"/>
                <a:pathLst>
                  <a:path extrusionOk="0" h="578" w="585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rect b="b" l="l" r="r" t="t"/>
                <a:pathLst>
                  <a:path extrusionOk="0" h="455" w="456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rect b="b" l="l" r="r" t="t"/>
                <a:pathLst>
                  <a:path extrusionOk="0" h="578" w="586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rect b="b" l="l" r="r" t="t"/>
                <a:pathLst>
                  <a:path extrusionOk="0" h="455" w="455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rect b="b" l="l" r="r" t="t"/>
                <a:pathLst>
                  <a:path extrusionOk="0" h="572" w="585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rect b="b" l="l" r="r" t="t"/>
                <a:pathLst>
                  <a:path extrusionOk="0" h="910" w="901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rect b="b" l="l" r="r" t="t"/>
                <a:pathLst>
                  <a:path extrusionOk="0" h="493" w="3823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rect b="b" l="l" r="r" t="t"/>
                <a:pathLst>
                  <a:path extrusionOk="0" h="604" w="3935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rect b="b" l="l" r="r" t="t"/>
                <a:pathLst>
                  <a:path extrusionOk="0" h="428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rect b="b" l="l" r="r" t="t"/>
                <a:pathLst>
                  <a:path extrusionOk="0" h="437" w="2311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rect b="b" l="l" r="r" t="t"/>
                <a:pathLst>
                  <a:path extrusionOk="0" h="6926" w="7422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rect b="b" l="l" r="r" t="t"/>
                <a:pathLst>
                  <a:path extrusionOk="0" h="7047" w="7246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rect b="b" l="l" r="r" t="t"/>
                <a:pathLst>
                  <a:path extrusionOk="0" h="6929" w="7905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rect b="b" l="l" r="r" t="t"/>
                <a:pathLst>
                  <a:path extrusionOk="0" h="7044" w="7404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rect b="b" l="l" r="r" t="t"/>
                <a:pathLst>
                  <a:path extrusionOk="0" h="1522" w="1495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rect b="b" l="l" r="r" t="t"/>
                <a:pathLst>
                  <a:path extrusionOk="0" h="1696" w="1689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rect b="b" l="l" r="r" t="t"/>
                <a:pathLst>
                  <a:path extrusionOk="0" h="604" w="604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rect b="b" l="l" r="r" t="t"/>
                <a:pathLst>
                  <a:path extrusionOk="0" h="973" w="193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rect b="b" l="l" r="r" t="t"/>
                <a:pathLst>
                  <a:path extrusionOk="0" h="1086" w="2051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rect b="b" l="l" r="r" t="t"/>
                <a:pathLst>
                  <a:path extrusionOk="0" h="1105" w="1096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rect b="b" l="l" r="r" t="t"/>
                <a:pathLst>
                  <a:path extrusionOk="0" h="1216" w="1217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rect b="b" l="l" r="r" t="t"/>
                <a:pathLst>
                  <a:path extrusionOk="0" h="973" w="194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rect b="b" l="l" r="r" t="t"/>
                <a:pathLst>
                  <a:path extrusionOk="0" h="1086" w="2051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rect b="b" l="l" r="r" t="t"/>
                <a:pathLst>
                  <a:path extrusionOk="0" h="1105" w="1096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rect b="b" l="l" r="r" t="t"/>
                <a:pathLst>
                  <a:path extrusionOk="0" h="1216" w="1216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rect b="b" l="l" r="r" t="t"/>
                <a:pathLst>
                  <a:path extrusionOk="0" h="1100" w="2191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rect b="b" l="l" r="r" t="t"/>
                <a:pathLst>
                  <a:path extrusionOk="0" h="1216" w="2301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rect b="b" l="l" r="r" t="t"/>
                <a:pathLst>
                  <a:path extrusionOk="0" h="1253" w="1244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rect b="b" l="l" r="r" t="t"/>
                <a:pathLst>
                  <a:path extrusionOk="0" h="1365" w="1365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rect b="b" l="l" r="r" t="t"/>
                <a:pathLst>
                  <a:path extrusionOk="0" h="718" w="725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rect b="b" l="l" r="r" t="t"/>
                <a:pathLst>
                  <a:path extrusionOk="0" h="1711" w="3841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rect b="b" l="l" r="r" t="t"/>
              <a:pathLst>
                <a:path extrusionOk="0" h="2033" w="2023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rect b="b" l="l" r="r" t="t"/>
              <a:pathLst>
                <a:path extrusionOk="0" h="1188" w="1189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rect b="b" l="l" r="r" t="t"/>
              <a:pathLst>
                <a:path extrusionOk="0" h="2098" w="2097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rect b="b" l="l" r="r" t="t"/>
              <a:pathLst>
                <a:path extrusionOk="0" h="2088" w="2088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rect b="b" l="l" r="r" t="t"/>
              <a:pathLst>
                <a:path extrusionOk="0" h="752" w="122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rect b="b" l="l" r="r" t="t"/>
              <a:pathLst>
                <a:path extrusionOk="0" h="762" w="122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rect b="b" l="l" r="r" t="t"/>
              <a:pathLst>
                <a:path extrusionOk="0" h="112" w="753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rect b="b" l="l" r="r" t="t"/>
              <a:pathLst>
                <a:path extrusionOk="0" h="112" w="762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rect b="b" l="l" r="r" t="t"/>
              <a:pathLst>
                <a:path extrusionOk="0" h="572" w="576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rect b="b" l="l" r="r" t="t"/>
              <a:pathLst>
                <a:path extrusionOk="0" h="569" w="585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rect b="b" l="l" r="r" t="t"/>
              <a:pathLst>
                <a:path extrusionOk="0" h="569" w="576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rect b="b" l="l" r="r" t="t"/>
              <a:pathLst>
                <a:path extrusionOk="0" h="572" w="585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rect b="b" l="l" r="r" t="t"/>
              <a:pathLst>
                <a:path extrusionOk="0" h="901" w="901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rect b="b" l="l" r="r" t="t"/>
              <a:pathLst>
                <a:path extrusionOk="0" h="576" w="576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rect b="b" l="l" r="r" t="t"/>
              <a:pathLst>
                <a:path extrusionOk="0" h="6879" w="1027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rect b="b" l="l" r="r" t="t"/>
              <a:pathLst>
                <a:path extrusionOk="0" h="7024" w="10391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rect b="b" l="l" r="r" t="t"/>
              <a:pathLst>
                <a:path extrusionOk="0" h="5084" w="5085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rect b="b" l="l" r="r" t="t"/>
              <a:pathLst>
                <a:path extrusionOk="0" h="5196" w="5196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rect b="b" l="l" r="r" t="t"/>
              <a:pathLst>
                <a:path extrusionOk="0" h="1365" w="1364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rect b="b" l="l" r="r" t="t"/>
              <a:pathLst>
                <a:path extrusionOk="0" h="1485" w="1476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rect b="b" l="l" r="r" t="t"/>
              <a:pathLst>
                <a:path extrusionOk="0" h="6872" w="1027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rect b="b" l="l" r="r" t="t"/>
              <a:pathLst>
                <a:path extrusionOk="0" h="7023" w="10382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rect b="b" l="l" r="r" t="t"/>
              <a:pathLst>
                <a:path extrusionOk="0" h="5651" w="143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rect b="b" l="l" r="r" t="t"/>
              <a:pathLst>
                <a:path extrusionOk="0" h="5771" w="155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rect b="b" l="l" r="r" t="t"/>
              <a:pathLst>
                <a:path extrusionOk="0" h="8164" w="1439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rect b="b" l="l" r="r" t="t"/>
              <a:pathLst>
                <a:path extrusionOk="0" h="8276" w="156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rect b="b" l="l" r="r" t="t"/>
              <a:pathLst>
                <a:path extrusionOk="0" h="4704" w="1439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rect b="b" l="l" r="r" t="t"/>
              <a:pathLst>
                <a:path extrusionOk="0" h="4816" w="156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rect b="b" l="l" r="r" t="t"/>
              <a:pathLst>
                <a:path extrusionOk="0" h="2084" w="6588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rect b="b" l="l" r="r" t="t"/>
              <a:pathLst>
                <a:path extrusionOk="0" h="1040" w="104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rect b="b" l="l" r="r" t="t"/>
              <a:pathLst>
                <a:path extrusionOk="0" h="1161" w="1161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rect b="b" l="l" r="r" t="t"/>
              <a:pathLst>
                <a:path extrusionOk="0" h="1040" w="104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rect b="b" l="l" r="r" t="t"/>
              <a:pathLst>
                <a:path extrusionOk="0" h="1161" w="1161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rect b="b" l="l" r="r" t="t"/>
              <a:pathLst>
                <a:path extrusionOk="0" h="1040" w="105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rect b="b" l="l" r="r" t="t"/>
              <a:pathLst>
                <a:path extrusionOk="0" h="1160" w="116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rect b="b" l="l" r="r" t="t"/>
              <a:pathLst>
                <a:path extrusionOk="0" h="4018" w="6374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rect b="b" l="l" r="r" t="t"/>
              <a:pathLst>
                <a:path extrusionOk="0" h="4129" w="6495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rect b="b" l="l" r="r" t="t"/>
              <a:pathLst>
                <a:path extrusionOk="0" h="4599" w="4899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rect b="b" l="l" r="r" t="t"/>
              <a:pathLst>
                <a:path extrusionOk="0" h="4714" w="5011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rect b="b" l="l" r="r" t="t"/>
              <a:pathLst>
                <a:path extrusionOk="0" h="715" w="715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rect b="b" l="l" r="r" t="t"/>
              <a:pathLst>
                <a:path extrusionOk="0" h="715" w="716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rect b="b" l="l" r="r" t="t"/>
              <a:pathLst>
                <a:path extrusionOk="0" h="715" w="715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rect b="b" l="l" r="r" t="t"/>
              <a:pathLst>
                <a:path extrusionOk="0" h="4354" w="4639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rect b="b" l="l" r="r" t="t"/>
              <a:pathLst>
                <a:path extrusionOk="0" h="4463" w="4751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rect b="b" l="l" r="r" t="t"/>
              <a:pathLst>
                <a:path extrusionOk="0" h="688" w="688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rect b="b" l="l" r="r" t="t"/>
              <a:pathLst>
                <a:path extrusionOk="0" h="688" w="687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rect b="b" l="l" r="r" t="t"/>
              <a:pathLst>
                <a:path extrusionOk="0" h="688" w="687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rect b="b" l="l" r="r" t="t"/>
              <a:pathLst>
                <a:path extrusionOk="0" h="3696" w="3795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rect b="b" l="l" r="r" t="t"/>
              <a:pathLst>
                <a:path extrusionOk="0" h="3809" w="386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rect b="b" l="l" r="r" t="t"/>
              <a:pathLst>
                <a:path extrusionOk="0" h="1987" w="1986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rect b="b" l="l" r="r" t="t"/>
              <a:pathLst>
                <a:path extrusionOk="0" h="2107" w="2107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rect b="b" l="l" r="r" t="t"/>
              <a:pathLst>
                <a:path extrusionOk="0" h="2802" w="2811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rect b="b" l="l" r="r" t="t"/>
              <a:pathLst>
                <a:path extrusionOk="0" h="2923" w="2923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rect b="b" l="l" r="r" t="t"/>
              <a:pathLst>
                <a:path extrusionOk="0" h="1453" w="2051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rect b="b" l="l" r="r" t="t"/>
              <a:pathLst>
                <a:path extrusionOk="0" h="1569" w="1578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rect b="b" l="l" r="r" t="t"/>
              <a:pathLst>
                <a:path extrusionOk="0" h="1690" w="169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rect b="b" l="l" r="r" t="t"/>
              <a:pathLst>
                <a:path extrusionOk="0" h="22423" w="37163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rect b="b" l="l" r="r" t="t"/>
              <a:pathLst>
                <a:path extrusionOk="0" h="22534" w="37275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rect b="b" l="l" r="r" t="t"/>
              <a:pathLst>
                <a:path extrusionOk="0" h="19195" w="33221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rect b="b" l="l" r="r" t="t"/>
              <a:pathLst>
                <a:path extrusionOk="0" h="19315" w="33341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rect b="b" l="l" r="r" t="t"/>
              <a:pathLst>
                <a:path extrusionOk="0" h="632" w="641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rect b="b" l="l" r="r" t="t"/>
              <a:pathLst>
                <a:path extrusionOk="0" h="761" w="762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rect b="b" l="l" r="r" t="t"/>
              <a:pathLst>
                <a:path extrusionOk="0" h="6467" w="10595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rect b="b" l="l" r="r" t="t"/>
              <a:pathLst>
                <a:path extrusionOk="0" h="6578" w="10725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rect b="b" l="l" r="r" t="t"/>
              <a:pathLst>
                <a:path extrusionOk="0" h="6467" w="10595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rect b="b" l="l" r="r" t="t"/>
              <a:pathLst>
                <a:path extrusionOk="0" h="6578" w="10725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rect b="b" l="l" r="r" t="t"/>
              <a:pathLst>
                <a:path extrusionOk="0" h="3628" w="37164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rect b="b" l="l" r="r" t="t"/>
              <a:pathLst>
                <a:path extrusionOk="0" h="3749" w="37275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rect b="b" l="l" r="r" t="t"/>
              <a:pathLst>
                <a:path extrusionOk="0" h="1569" w="1578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rect b="b" l="l" r="r" t="t"/>
              <a:pathLst>
                <a:path extrusionOk="0" h="1727" w="18239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rect b="b" l="l" r="r" t="t"/>
              <a:pathLst>
                <a:path extrusionOk="0" h="1847" w="1835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rect b="b" l="l" r="r" t="t"/>
              <a:pathLst>
                <a:path extrusionOk="0" h="864" w="912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rect b="b" l="l" r="r" t="t"/>
              <a:pathLst>
                <a:path extrusionOk="0" h="984" w="924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rect b="b" l="l" r="r" t="t"/>
              <a:pathLst>
                <a:path extrusionOk="0" h="14129" w="9844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rect b="b" l="l" r="r" t="t"/>
              <a:pathLst>
                <a:path extrusionOk="0" h="14241" w="9955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rect b="b" l="l" r="r" t="t"/>
              <a:pathLst>
                <a:path extrusionOk="0" h="3284" w="3285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rect b="b" l="l" r="r" t="t"/>
              <a:pathLst>
                <a:path extrusionOk="0" h="390" w="39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rect b="b" l="l" r="r" t="t"/>
              <a:pathLst>
                <a:path extrusionOk="0" h="390" w="382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rect b="b" l="l" r="r" t="t"/>
              <a:pathLst>
                <a:path extrusionOk="0" h="390" w="39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rect b="b" l="l" r="r" t="t"/>
              <a:pathLst>
                <a:path extrusionOk="0" h="121" w="3025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rect b="b" l="l" r="r" t="t"/>
              <a:pathLst>
                <a:path extrusionOk="0" h="121" w="3025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rect b="b" l="l" r="r" t="t"/>
              <a:pathLst>
                <a:path extrusionOk="0" h="113" w="3025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rect b="b" l="l" r="r" t="t"/>
              <a:pathLst>
                <a:path extrusionOk="0" h="3285" w="3275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rect b="b" l="l" r="r" t="t"/>
              <a:pathLst>
                <a:path extrusionOk="0" h="122" w="2904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rect b="b" l="l" r="r" t="t"/>
              <a:pathLst>
                <a:path extrusionOk="0" h="113" w="2904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rect b="b" l="l" r="r" t="t"/>
              <a:pathLst>
                <a:path extrusionOk="0" h="113" w="2904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rect b="b" l="l" r="r" t="t"/>
              <a:pathLst>
                <a:path extrusionOk="0" h="112" w="3267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rect b="b" l="l" r="r" t="t"/>
              <a:pathLst>
                <a:path extrusionOk="0" h="112" w="2515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rect b="b" l="l" r="r" t="t"/>
              <a:pathLst>
                <a:path extrusionOk="0" h="112" w="4945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rect b="b" l="l" r="r" t="t"/>
              <a:pathLst>
                <a:path extrusionOk="0" h="826" w="79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rect b="b" l="l" r="r" t="t"/>
              <a:pathLst>
                <a:path extrusionOk="0" h="966" w="91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rect b="b" l="l" r="r" t="t"/>
              <a:pathLst>
                <a:path extrusionOk="0" h="2283" w="2348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rect b="b" l="l" r="r" t="t"/>
              <a:pathLst>
                <a:path extrusionOk="0" h="2407" w="2432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rect b="b" l="l" r="r" t="t"/>
              <a:pathLst>
                <a:path extrusionOk="0" h="2419" w="2765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rect b="b" l="l" r="r" t="t"/>
              <a:pathLst>
                <a:path extrusionOk="0" h="2537" w="2756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rect b="b" l="l" r="r" t="t"/>
              <a:pathLst>
                <a:path extrusionOk="0" h="1680" w="1671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rect b="b" l="l" r="r" t="t"/>
              <a:pathLst>
                <a:path extrusionOk="0" h="1792" w="1801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rect b="b" l="l" r="r" t="t"/>
              <a:pathLst>
                <a:path extrusionOk="0" h="1187" w="1355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rect b="b" l="l" r="r" t="t"/>
              <a:pathLst>
                <a:path extrusionOk="0" h="1309" w="1485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rect b="b" l="l" r="r" t="t"/>
              <a:pathLst>
                <a:path extrusionOk="0" h="586" w="595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rect b="b" l="l" r="r" t="t"/>
              <a:pathLst>
                <a:path extrusionOk="0" h="706" w="706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rect b="b" l="l" r="r" t="t"/>
              <a:pathLst>
                <a:path extrusionOk="0" h="982" w="864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rect b="b" l="l" r="r" t="t"/>
              <a:pathLst>
                <a:path extrusionOk="0" h="1049" w="919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rect b="b" l="l" r="r" t="t"/>
              <a:pathLst>
                <a:path extrusionOk="0" h="325" w="335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rect b="b" l="l" r="r" t="t"/>
              <a:pathLst>
                <a:path extrusionOk="0" h="381" w="382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rect b="b" l="l" r="r" t="t"/>
              <a:pathLst>
                <a:path extrusionOk="0" h="320" w="325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rect b="b" l="l" r="r" t="t"/>
              <a:pathLst>
                <a:path extrusionOk="0" h="385" w="381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rect b="b" l="l" r="r" t="t"/>
              <a:pathLst>
                <a:path extrusionOk="0" h="4389" w="309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rect b="b" l="l" r="r" t="t"/>
              <a:pathLst>
                <a:path extrusionOk="0" h="4509" w="3211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rect b="b" l="l" r="r" t="t"/>
              <a:pathLst>
                <a:path extrusionOk="0" h="4723" w="4723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rect b="b" l="l" r="r" t="t"/>
              <a:pathLst>
                <a:path extrusionOk="0" h="4834" w="4844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rect b="b" l="l" r="r" t="t"/>
              <a:pathLst>
                <a:path extrusionOk="0" h="1773" w="2394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rect b="b" l="l" r="r" t="t"/>
              <a:pathLst>
                <a:path extrusionOk="0" h="1893" w="2506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rect b="b" l="l" r="r" t="t"/>
              <a:pathLst>
                <a:path extrusionOk="0" h="654" w="2394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rect b="b" l="l" r="r" t="t"/>
              <a:pathLst>
                <a:path extrusionOk="0" h="762" w="245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rect b="b" l="l" r="r" t="t"/>
              <a:pathLst>
                <a:path extrusionOk="0" h="3545" w="6569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rect b="b" l="l" r="r" t="t"/>
              <a:pathLst>
                <a:path extrusionOk="0" h="3545" w="6569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rect b="b" l="l" r="r" t="t"/>
              <a:pathLst>
                <a:path extrusionOk="0" h="3656" w="669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rect b="b" l="l" r="r" t="t"/>
              <a:pathLst>
                <a:path extrusionOk="0" h="112" w="220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rect b="b" l="l" r="r" t="t"/>
              <a:pathLst>
                <a:path extrusionOk="0" h="112" w="1968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rect b="b" l="l" r="r" t="t"/>
              <a:pathLst>
                <a:path extrusionOk="0" h="122" w="1977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rect b="b" l="l" r="r" t="t"/>
              <a:pathLst>
                <a:path extrusionOk="0" h="112" w="1977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rect b="b" l="l" r="r" t="t"/>
              <a:pathLst>
                <a:path extrusionOk="0" h="112" w="1337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rect b="b" l="l" r="r" t="t"/>
              <a:pathLst>
                <a:path extrusionOk="0" h="122" w="863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rect b="b" l="l" r="r" t="t"/>
              <a:pathLst>
                <a:path extrusionOk="0" h="4398" w="6569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rect b="b" l="l" r="r" t="t"/>
              <a:pathLst>
                <a:path extrusionOk="0" h="4518" w="669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rect b="b" l="l" r="r" t="t"/>
              <a:pathLst>
                <a:path extrusionOk="0" h="3044" w="3044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rect b="b" l="l" r="r" t="t"/>
              <a:pathLst>
                <a:path extrusionOk="0" h="3164" w="3155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rect b="b" l="l" r="r" t="t"/>
              <a:pathLst>
                <a:path extrusionOk="0" h="2394" w="2394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rect b="b" l="l" r="r" t="t"/>
              <a:pathLst>
                <a:path extrusionOk="0" h="2506" w="2506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rect b="b" l="l" r="r" t="t"/>
              <a:pathLst>
                <a:path extrusionOk="0" h="762" w="678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rect b="b" l="l" r="r" t="t"/>
              <a:pathLst>
                <a:path extrusionOk="0" h="363" w="363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rect b="b" l="l" r="r" t="t"/>
              <a:pathLst>
                <a:path extrusionOk="0" h="474" w="474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rect b="b" l="l" r="r" t="t"/>
              <a:pathLst>
                <a:path extrusionOk="0" h="8693" w="977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rect b="b" l="l" r="r" t="t"/>
              <a:pathLst>
                <a:path extrusionOk="0" h="8805" w="9899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rect b="b" l="l" r="r" t="t"/>
              <a:pathLst>
                <a:path extrusionOk="0" h="2942" w="3229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rect b="b" l="l" r="r" t="t"/>
              <a:pathLst>
                <a:path extrusionOk="0" h="3062" w="3053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rect b="b" l="l" r="r" t="t"/>
              <a:pathLst>
                <a:path extrusionOk="0" h="676" w="1336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rect b="b" l="l" r="r" t="t"/>
              <a:pathLst>
                <a:path extrusionOk="0" h="789" w="1457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rect b="b" l="l" r="r" t="t"/>
              <a:pathLst>
                <a:path extrusionOk="0" h="762" w="762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rect b="b" l="l" r="r" t="t"/>
              <a:pathLst>
                <a:path extrusionOk="0" h="882" w="883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rect b="b" l="l" r="r" t="t"/>
              <a:pathLst>
                <a:path extrusionOk="0" h="1031" w="5706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rect b="b" l="l" r="r" t="t"/>
              <a:pathLst>
                <a:path extrusionOk="0" h="1142" w="5827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rect b="b" l="l" r="r" t="t"/>
              <a:pathLst>
                <a:path extrusionOk="0" h="1030" w="5706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rect b="b" l="l" r="r" t="t"/>
              <a:pathLst>
                <a:path extrusionOk="0" h="1151" w="5827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rect b="b" l="l" r="r" t="t"/>
              <a:pathLst>
                <a:path extrusionOk="0" h="186" w="1643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rect b="b" l="l" r="r" t="t"/>
              <a:pathLst>
                <a:path extrusionOk="0" h="681" w="697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rect b="b" l="l" r="r" t="t"/>
              <a:pathLst>
                <a:path extrusionOk="0" h="681" w="697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rect b="b" l="l" r="r" t="t"/>
              <a:pathLst>
                <a:path extrusionOk="0" h="4723" w="809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rect b="b" l="l" r="r" t="t"/>
              <a:pathLst>
                <a:path extrusionOk="0" h="3535" w="1263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rect b="b" l="l" r="r" t="t"/>
              <a:pathLst>
                <a:path extrusionOk="0" h="3656" w="1374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rect b="b" l="l" r="r" t="t"/>
              <a:pathLst>
                <a:path extrusionOk="0" h="1995" w="1262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rect b="b" l="l" r="r" t="t"/>
              <a:pathLst>
                <a:path extrusionOk="0" h="2116" w="1374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rect b="b" l="l" r="r" t="t"/>
              <a:pathLst>
                <a:path extrusionOk="0" h="3415" w="1254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rect b="b" l="l" r="r" t="t"/>
              <a:pathLst>
                <a:path extrusionOk="0" h="3527" w="1384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rect b="b" l="l" r="r" t="t"/>
              <a:pathLst>
                <a:path extrusionOk="0" h="1875" w="1263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rect b="b" l="l" r="r" t="t"/>
              <a:pathLst>
                <a:path extrusionOk="0" h="1987" w="1374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rect b="b" l="l" r="r" t="t"/>
              <a:pathLst>
                <a:path extrusionOk="0" h="1096" w="1263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rect b="b" l="l" r="r" t="t"/>
              <a:pathLst>
                <a:path extrusionOk="0" h="1207" w="1374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rect b="b" l="l" r="r" t="t"/>
              <a:pathLst>
                <a:path extrusionOk="0" h="1022" w="1262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rect b="b" l="l" r="r" t="t"/>
              <a:pathLst>
                <a:path extrusionOk="0" h="1133" w="1374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rect b="b" l="l" r="r" t="t"/>
              <a:pathLst>
                <a:path extrusionOk="0" h="511" w="1263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rect b="b" l="l" r="r" t="t"/>
              <a:pathLst>
                <a:path extrusionOk="0" h="631" w="1383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rect b="b" l="l" r="r" t="t"/>
              <a:pathLst>
                <a:path extrusionOk="0" h="474" w="1262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rect b="b" l="l" r="r" t="t"/>
              <a:pathLst>
                <a:path extrusionOk="0" h="604" w="1383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rect b="b" l="l" r="r" t="t"/>
              <a:pathLst>
                <a:path extrusionOk="0" h="1953" w="2876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rect b="b" l="l" r="r" t="t"/>
              <a:pathLst>
                <a:path extrusionOk="0" h="1022" w="864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rect b="b" l="l" r="r" t="t"/>
              <a:pathLst>
                <a:path extrusionOk="0" h="121" w="488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rect b="b" l="l" r="r" t="t"/>
              <a:pathLst>
                <a:path extrusionOk="0" h="753" w="207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1"/>
          <p:cNvSpPr txBox="1"/>
          <p:nvPr>
            <p:ph type="ctrTitle"/>
          </p:nvPr>
        </p:nvSpPr>
        <p:spPr>
          <a:xfrm>
            <a:off x="713225" y="1252925"/>
            <a:ext cx="5047800" cy="19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BigData project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Event reporting application</a:t>
            </a:r>
            <a:endParaRPr sz="3100"/>
          </a:p>
        </p:txBody>
      </p:sp>
      <p:grpSp>
        <p:nvGrpSpPr>
          <p:cNvPr id="705" name="Google Shape;705;p21"/>
          <p:cNvGrpSpPr/>
          <p:nvPr/>
        </p:nvGrpSpPr>
        <p:grpSpPr>
          <a:xfrm>
            <a:off x="5909676" y="1306369"/>
            <a:ext cx="2762399" cy="2190768"/>
            <a:chOff x="5148240" y="1213448"/>
            <a:chExt cx="3374953" cy="2676564"/>
          </a:xfrm>
        </p:grpSpPr>
        <p:grpSp>
          <p:nvGrpSpPr>
            <p:cNvPr id="706" name="Google Shape;706;p21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07" name="Google Shape;707;p21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rect b="b" l="l" r="r" t="t"/>
                <a:pathLst>
                  <a:path extrusionOk="0" h="743" w="112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1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rect b="b" l="l" r="r" t="t"/>
                <a:pathLst>
                  <a:path extrusionOk="0" h="743" w="112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1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rect b="b" l="l" r="r" t="t"/>
                <a:pathLst>
                  <a:path extrusionOk="0" h="112" w="743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1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rect b="b" l="l" r="r" t="t"/>
                <a:pathLst>
                  <a:path extrusionOk="0" h="112" w="743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1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rect b="b" l="l" r="r" t="t"/>
                <a:pathLst>
                  <a:path extrusionOk="0" h="569" w="576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21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rect b="b" l="l" r="r" t="t"/>
                <a:pathLst>
                  <a:path extrusionOk="0" h="560" w="576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21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rect b="b" l="l" r="r" t="t"/>
                <a:pathLst>
                  <a:path extrusionOk="0" h="560" w="576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21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rect b="b" l="l" r="r" t="t"/>
                <a:pathLst>
                  <a:path extrusionOk="0" h="569" w="576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5" name="Google Shape;715;p21"/>
            <p:cNvSpPr/>
            <p:nvPr/>
          </p:nvSpPr>
          <p:spPr>
            <a:xfrm>
              <a:off x="6756905" y="3331665"/>
              <a:ext cx="323574" cy="155533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6048099" y="1992822"/>
              <a:ext cx="6608" cy="77235"/>
            </a:xfrm>
            <a:custGeom>
              <a:rect b="b" l="l" r="r" t="t"/>
              <a:pathLst>
                <a:path extrusionOk="0" h="1309" w="112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6344236" y="1821005"/>
              <a:ext cx="327350" cy="131400"/>
            </a:xfrm>
            <a:custGeom>
              <a:rect b="b" l="l" r="r" t="t"/>
              <a:pathLst>
                <a:path extrusionOk="0" h="2227" w="5548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7379802" y="2174552"/>
              <a:ext cx="423171" cy="165917"/>
            </a:xfrm>
            <a:custGeom>
              <a:rect b="b" l="l" r="r" t="t"/>
              <a:pathLst>
                <a:path extrusionOk="0" h="2812" w="7172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7580708" y="2958941"/>
              <a:ext cx="85437" cy="160430"/>
            </a:xfrm>
            <a:custGeom>
              <a:rect b="b" l="l" r="r" t="t"/>
              <a:pathLst>
                <a:path extrusionOk="0" h="2719" w="1448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8240247" y="1261064"/>
              <a:ext cx="108448" cy="108389"/>
            </a:xfrm>
            <a:custGeom>
              <a:rect b="b" l="l" r="r" t="t"/>
              <a:pathLst>
                <a:path extrusionOk="0" h="1837" w="1838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6505138" y="1371577"/>
              <a:ext cx="121547" cy="121075"/>
            </a:xfrm>
            <a:custGeom>
              <a:rect b="b" l="l" r="r" t="t"/>
              <a:pathLst>
                <a:path extrusionOk="0" h="2052" w="206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5489220" y="1480556"/>
              <a:ext cx="7198" cy="44370"/>
            </a:xfrm>
            <a:custGeom>
              <a:rect b="b" l="l" r="r" t="t"/>
              <a:pathLst>
                <a:path extrusionOk="0" h="752" w="122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5489220" y="1575787"/>
              <a:ext cx="7198" cy="44370"/>
            </a:xfrm>
            <a:custGeom>
              <a:rect b="b" l="l" r="r" t="t"/>
              <a:pathLst>
                <a:path extrusionOk="0" h="752" w="122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5518250" y="1546757"/>
              <a:ext cx="44370" cy="7198"/>
            </a:xfrm>
            <a:custGeom>
              <a:rect b="b" l="l" r="r" t="t"/>
              <a:pathLst>
                <a:path extrusionOk="0" h="122" w="752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5423018" y="1546757"/>
              <a:ext cx="44370" cy="7198"/>
            </a:xfrm>
            <a:custGeom>
              <a:rect b="b" l="l" r="r" t="t"/>
              <a:pathLst>
                <a:path extrusionOk="0" h="122" w="752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5446030" y="1570831"/>
              <a:ext cx="26315" cy="26315"/>
            </a:xfrm>
            <a:custGeom>
              <a:rect b="b" l="l" r="r" t="t"/>
              <a:pathLst>
                <a:path extrusionOk="0" h="446" w="446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5442194" y="1567291"/>
              <a:ext cx="33986" cy="33160"/>
            </a:xfrm>
            <a:custGeom>
              <a:rect b="b" l="l" r="r" t="t"/>
              <a:pathLst>
                <a:path extrusionOk="0" h="562" w="576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5513352" y="1503508"/>
              <a:ext cx="26315" cy="26315"/>
            </a:xfrm>
            <a:custGeom>
              <a:rect b="b" l="l" r="r" t="t"/>
              <a:pathLst>
                <a:path extrusionOk="0" h="446" w="446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5509517" y="1499968"/>
              <a:ext cx="33986" cy="33160"/>
            </a:xfrm>
            <a:custGeom>
              <a:rect b="b" l="l" r="r" t="t"/>
              <a:pathLst>
                <a:path extrusionOk="0" h="562" w="576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5446030" y="1503508"/>
              <a:ext cx="26315" cy="26315"/>
            </a:xfrm>
            <a:custGeom>
              <a:rect b="b" l="l" r="r" t="t"/>
              <a:pathLst>
                <a:path extrusionOk="0" h="446" w="446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5442194" y="1499968"/>
              <a:ext cx="33986" cy="33160"/>
            </a:xfrm>
            <a:custGeom>
              <a:rect b="b" l="l" r="r" t="t"/>
              <a:pathLst>
                <a:path extrusionOk="0" h="562" w="576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5513352" y="1570831"/>
              <a:ext cx="26315" cy="26315"/>
            </a:xfrm>
            <a:custGeom>
              <a:rect b="b" l="l" r="r" t="t"/>
              <a:pathLst>
                <a:path extrusionOk="0" h="446" w="446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5509517" y="1567291"/>
              <a:ext cx="33986" cy="33160"/>
            </a:xfrm>
            <a:custGeom>
              <a:rect b="b" l="l" r="r" t="t"/>
              <a:pathLst>
                <a:path extrusionOk="0" h="562" w="576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1"/>
            <p:cNvSpPr/>
            <p:nvPr/>
          </p:nvSpPr>
          <p:spPr>
            <a:xfrm>
              <a:off x="8380379" y="2008694"/>
              <a:ext cx="26315" cy="25784"/>
            </a:xfrm>
            <a:custGeom>
              <a:rect b="b" l="l" r="r" t="t"/>
              <a:pathLst>
                <a:path extrusionOk="0" h="437" w="446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8380379" y="1940840"/>
              <a:ext cx="26315" cy="26315"/>
            </a:xfrm>
            <a:custGeom>
              <a:rect b="b" l="l" r="r" t="t"/>
              <a:pathLst>
                <a:path extrusionOk="0" h="446" w="446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7173999" y="2893271"/>
              <a:ext cx="6608" cy="43839"/>
            </a:xfrm>
            <a:custGeom>
              <a:rect b="b" l="l" r="r" t="t"/>
              <a:pathLst>
                <a:path extrusionOk="0" h="743" w="112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7173999" y="2988502"/>
              <a:ext cx="6608" cy="43839"/>
            </a:xfrm>
            <a:custGeom>
              <a:rect b="b" l="l" r="r" t="t"/>
              <a:pathLst>
                <a:path extrusionOk="0" h="743" w="112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7203028" y="2959472"/>
              <a:ext cx="43839" cy="6608"/>
            </a:xfrm>
            <a:custGeom>
              <a:rect b="b" l="l" r="r" t="t"/>
              <a:pathLst>
                <a:path extrusionOk="0" h="112" w="743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7107797" y="2959472"/>
              <a:ext cx="43839" cy="6608"/>
            </a:xfrm>
            <a:custGeom>
              <a:rect b="b" l="l" r="r" t="t"/>
              <a:pathLst>
                <a:path extrusionOk="0" h="112" w="743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7126914" y="2979592"/>
              <a:ext cx="33986" cy="33573"/>
            </a:xfrm>
            <a:custGeom>
              <a:rect b="b" l="l" r="r" t="t"/>
              <a:pathLst>
                <a:path extrusionOk="0" h="569" w="576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1"/>
            <p:cNvSpPr/>
            <p:nvPr/>
          </p:nvSpPr>
          <p:spPr>
            <a:xfrm>
              <a:off x="7198072" y="2915692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1"/>
            <p:cNvSpPr/>
            <p:nvPr/>
          </p:nvSpPr>
          <p:spPr>
            <a:xfrm>
              <a:off x="7194237" y="2912270"/>
              <a:ext cx="33986" cy="33042"/>
            </a:xfrm>
            <a:custGeom>
              <a:rect b="b" l="l" r="r" t="t"/>
              <a:pathLst>
                <a:path extrusionOk="0" h="560" w="576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1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1"/>
            <p:cNvSpPr/>
            <p:nvPr/>
          </p:nvSpPr>
          <p:spPr>
            <a:xfrm>
              <a:off x="7126914" y="2912270"/>
              <a:ext cx="33986" cy="33042"/>
            </a:xfrm>
            <a:custGeom>
              <a:rect b="b" l="l" r="r" t="t"/>
              <a:pathLst>
                <a:path extrusionOk="0" h="560" w="576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7194237" y="2979592"/>
              <a:ext cx="33986" cy="33573"/>
            </a:xfrm>
            <a:custGeom>
              <a:rect b="b" l="l" r="r" t="t"/>
              <a:pathLst>
                <a:path extrusionOk="0" h="569" w="576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6401705" y="1879536"/>
              <a:ext cx="52572" cy="52041"/>
            </a:xfrm>
            <a:custGeom>
              <a:rect b="b" l="l" r="r" t="t"/>
              <a:pathLst>
                <a:path extrusionOk="0" h="882" w="891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8286210" y="1697806"/>
              <a:ext cx="47144" cy="47675"/>
            </a:xfrm>
            <a:custGeom>
              <a:rect b="b" l="l" r="r" t="t"/>
              <a:pathLst>
                <a:path extrusionOk="0" h="808" w="799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8222723" y="3615765"/>
              <a:ext cx="33455" cy="33455"/>
            </a:xfrm>
            <a:custGeom>
              <a:rect b="b" l="l" r="r" t="t"/>
              <a:pathLst>
                <a:path extrusionOk="0" h="567" w="567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5649591" y="1243540"/>
              <a:ext cx="33455" cy="32865"/>
            </a:xfrm>
            <a:custGeom>
              <a:rect b="b" l="l" r="r" t="t"/>
              <a:pathLst>
                <a:path extrusionOk="0" h="557" w="567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6843404" y="1371577"/>
              <a:ext cx="517872" cy="515688"/>
            </a:xfrm>
            <a:custGeom>
              <a:rect b="b" l="l" r="r" t="t"/>
              <a:pathLst>
                <a:path extrusionOk="0" h="8740" w="8777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7731226" y="2764939"/>
              <a:ext cx="652517" cy="651101"/>
            </a:xfrm>
            <a:custGeom>
              <a:rect b="b" l="l" r="r" t="t"/>
              <a:pathLst>
                <a:path extrusionOk="0" h="11035" w="11059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5349677" y="3784338"/>
              <a:ext cx="1411122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5615133" y="3875734"/>
              <a:ext cx="879679" cy="6608"/>
            </a:xfrm>
            <a:custGeom>
              <a:rect b="b" l="l" r="r" t="t"/>
              <a:pathLst>
                <a:path extrusionOk="0" h="112" w="14909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7107207" y="3142854"/>
              <a:ext cx="958508" cy="662902"/>
            </a:xfrm>
            <a:custGeom>
              <a:rect b="b" l="l" r="r" t="t"/>
              <a:pathLst>
                <a:path extrusionOk="0" h="11235" w="16245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7103372" y="3139550"/>
              <a:ext cx="966178" cy="669451"/>
            </a:xfrm>
            <a:custGeom>
              <a:rect b="b" l="l" r="r" t="t"/>
              <a:pathLst>
                <a:path extrusionOk="0" h="11346" w="16375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7177303" y="3206342"/>
              <a:ext cx="818316" cy="535927"/>
            </a:xfrm>
            <a:custGeom>
              <a:rect b="b" l="l" r="r" t="t"/>
              <a:pathLst>
                <a:path extrusionOk="0" h="9083" w="13869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7173468" y="3203038"/>
              <a:ext cx="825455" cy="542476"/>
            </a:xfrm>
            <a:custGeom>
              <a:rect b="b" l="l" r="r" t="t"/>
              <a:pathLst>
                <a:path extrusionOk="0" h="9194" w="1399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7173468" y="3369427"/>
              <a:ext cx="7139" cy="180727"/>
            </a:xfrm>
            <a:custGeom>
              <a:rect b="b" l="l" r="r" t="t"/>
              <a:pathLst>
                <a:path extrusionOk="0" h="3063" w="121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1"/>
            <p:cNvSpPr/>
            <p:nvPr/>
          </p:nvSpPr>
          <p:spPr>
            <a:xfrm>
              <a:off x="7575752" y="3164745"/>
              <a:ext cx="21418" cy="21418"/>
            </a:xfrm>
            <a:custGeom>
              <a:rect b="b" l="l" r="r" t="t"/>
              <a:pathLst>
                <a:path extrusionOk="0" h="363" w="363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1"/>
            <p:cNvSpPr/>
            <p:nvPr/>
          </p:nvSpPr>
          <p:spPr>
            <a:xfrm>
              <a:off x="6950141" y="3800741"/>
              <a:ext cx="1272641" cy="86027"/>
            </a:xfrm>
            <a:custGeom>
              <a:rect b="b" l="l" r="r" t="t"/>
              <a:pathLst>
                <a:path extrusionOk="0" h="1458" w="21569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6946836" y="3797495"/>
              <a:ext cx="1279249" cy="92517"/>
            </a:xfrm>
            <a:custGeom>
              <a:rect b="b" l="l" r="r" t="t"/>
              <a:pathLst>
                <a:path extrusionOk="0" h="1568" w="21681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6958873" y="3863166"/>
              <a:ext cx="1255176" cy="6608"/>
            </a:xfrm>
            <a:custGeom>
              <a:rect b="b" l="l" r="r" t="t"/>
              <a:pathLst>
                <a:path extrusionOk="0" h="112" w="21273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1"/>
            <p:cNvSpPr/>
            <p:nvPr/>
          </p:nvSpPr>
          <p:spPr>
            <a:xfrm>
              <a:off x="7464649" y="3806228"/>
              <a:ext cx="243093" cy="26905"/>
            </a:xfrm>
            <a:custGeom>
              <a:rect b="b" l="l" r="r" t="t"/>
              <a:pathLst>
                <a:path extrusionOk="0" h="456" w="412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1"/>
            <p:cNvSpPr/>
            <p:nvPr/>
          </p:nvSpPr>
          <p:spPr>
            <a:xfrm>
              <a:off x="7461345" y="3802393"/>
              <a:ext cx="250233" cy="33986"/>
            </a:xfrm>
            <a:custGeom>
              <a:rect b="b" l="l" r="r" t="t"/>
              <a:pathLst>
                <a:path extrusionOk="0" h="576" w="4241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7340388" y="3308122"/>
              <a:ext cx="439043" cy="375025"/>
            </a:xfrm>
            <a:custGeom>
              <a:rect b="b" l="l" r="r" t="t"/>
              <a:pathLst>
                <a:path extrusionOk="0" h="6356" w="7441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7369418" y="3278562"/>
              <a:ext cx="439043" cy="375025"/>
            </a:xfrm>
            <a:custGeom>
              <a:rect b="b" l="l" r="r" t="t"/>
              <a:pathLst>
                <a:path extrusionOk="0" h="6356" w="7441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7366113" y="3274727"/>
              <a:ext cx="445593" cy="382695"/>
            </a:xfrm>
            <a:custGeom>
              <a:rect b="b" l="l" r="r" t="t"/>
              <a:pathLst>
                <a:path extrusionOk="0" h="6486" w="7552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7437271" y="3476164"/>
              <a:ext cx="302746" cy="40594"/>
            </a:xfrm>
            <a:custGeom>
              <a:rect b="b" l="l" r="r" t="t"/>
              <a:pathLst>
                <a:path extrusionOk="0" h="688" w="5131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7433436" y="3472919"/>
              <a:ext cx="309885" cy="47085"/>
            </a:xfrm>
            <a:custGeom>
              <a:rect b="b" l="l" r="r" t="t"/>
              <a:pathLst>
                <a:path extrusionOk="0" h="798" w="5252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1"/>
            <p:cNvSpPr/>
            <p:nvPr/>
          </p:nvSpPr>
          <p:spPr>
            <a:xfrm>
              <a:off x="7470136" y="3487138"/>
              <a:ext cx="234833" cy="16993"/>
            </a:xfrm>
            <a:custGeom>
              <a:rect b="b" l="l" r="r" t="t"/>
              <a:pathLst>
                <a:path extrusionOk="0" h="288" w="398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1"/>
            <p:cNvSpPr/>
            <p:nvPr/>
          </p:nvSpPr>
          <p:spPr>
            <a:xfrm>
              <a:off x="7489253" y="3539120"/>
              <a:ext cx="198251" cy="23601"/>
            </a:xfrm>
            <a:custGeom>
              <a:rect b="b" l="l" r="r" t="t"/>
              <a:pathLst>
                <a:path extrusionOk="0" h="400" w="336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1"/>
            <p:cNvSpPr/>
            <p:nvPr/>
          </p:nvSpPr>
          <p:spPr>
            <a:xfrm>
              <a:off x="7486008" y="3535816"/>
              <a:ext cx="204741" cy="30741"/>
            </a:xfrm>
            <a:custGeom>
              <a:rect b="b" l="l" r="r" t="t"/>
              <a:pathLst>
                <a:path extrusionOk="0" h="521" w="347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1"/>
            <p:cNvSpPr/>
            <p:nvPr/>
          </p:nvSpPr>
          <p:spPr>
            <a:xfrm>
              <a:off x="7529257" y="3545139"/>
              <a:ext cx="11506" cy="11565"/>
            </a:xfrm>
            <a:custGeom>
              <a:rect b="b" l="l" r="r" t="t"/>
              <a:pathLst>
                <a:path extrusionOk="0" h="196" w="195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1"/>
            <p:cNvSpPr/>
            <p:nvPr/>
          </p:nvSpPr>
          <p:spPr>
            <a:xfrm>
              <a:off x="7551148" y="3545139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1"/>
            <p:cNvSpPr/>
            <p:nvPr/>
          </p:nvSpPr>
          <p:spPr>
            <a:xfrm>
              <a:off x="7571917" y="3545139"/>
              <a:ext cx="11034" cy="11565"/>
            </a:xfrm>
            <a:custGeom>
              <a:rect b="b" l="l" r="r" t="t"/>
              <a:pathLst>
                <a:path extrusionOk="0" h="196" w="187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1"/>
            <p:cNvSpPr/>
            <p:nvPr/>
          </p:nvSpPr>
          <p:spPr>
            <a:xfrm>
              <a:off x="7593807" y="3545139"/>
              <a:ext cx="11034" cy="11565"/>
            </a:xfrm>
            <a:custGeom>
              <a:rect b="b" l="l" r="r" t="t"/>
              <a:pathLst>
                <a:path extrusionOk="0" h="196" w="187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1"/>
            <p:cNvSpPr/>
            <p:nvPr/>
          </p:nvSpPr>
          <p:spPr>
            <a:xfrm>
              <a:off x="7614635" y="3545139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1"/>
            <p:cNvSpPr/>
            <p:nvPr/>
          </p:nvSpPr>
          <p:spPr>
            <a:xfrm>
              <a:off x="7636525" y="3545139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1"/>
            <p:cNvSpPr/>
            <p:nvPr/>
          </p:nvSpPr>
          <p:spPr>
            <a:xfrm>
              <a:off x="7524832" y="3322342"/>
              <a:ext cx="127093" cy="127093"/>
            </a:xfrm>
            <a:custGeom>
              <a:rect b="b" l="l" r="r" t="t"/>
              <a:pathLst>
                <a:path extrusionOk="0" h="2154" w="2154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1"/>
            <p:cNvSpPr/>
            <p:nvPr/>
          </p:nvSpPr>
          <p:spPr>
            <a:xfrm>
              <a:off x="7521587" y="3319097"/>
              <a:ext cx="133583" cy="133583"/>
            </a:xfrm>
            <a:custGeom>
              <a:rect b="b" l="l" r="r" t="t"/>
              <a:pathLst>
                <a:path extrusionOk="0" h="2264" w="2264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1"/>
            <p:cNvSpPr/>
            <p:nvPr/>
          </p:nvSpPr>
          <p:spPr>
            <a:xfrm>
              <a:off x="7560411" y="3389665"/>
              <a:ext cx="56466" cy="28558"/>
            </a:xfrm>
            <a:custGeom>
              <a:rect b="b" l="l" r="r" t="t"/>
              <a:pathLst>
                <a:path extrusionOk="0" h="484" w="957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1"/>
            <p:cNvSpPr/>
            <p:nvPr/>
          </p:nvSpPr>
          <p:spPr>
            <a:xfrm>
              <a:off x="7556576" y="3386420"/>
              <a:ext cx="63606" cy="35107"/>
            </a:xfrm>
            <a:custGeom>
              <a:rect b="b" l="l" r="r" t="t"/>
              <a:pathLst>
                <a:path extrusionOk="0" h="595" w="1078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1"/>
            <p:cNvSpPr/>
            <p:nvPr/>
          </p:nvSpPr>
          <p:spPr>
            <a:xfrm>
              <a:off x="7572507" y="3353555"/>
              <a:ext cx="32334" cy="32393"/>
            </a:xfrm>
            <a:custGeom>
              <a:rect b="b" l="l" r="r" t="t"/>
              <a:pathLst>
                <a:path extrusionOk="0" h="549" w="548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1"/>
            <p:cNvSpPr/>
            <p:nvPr/>
          </p:nvSpPr>
          <p:spPr>
            <a:xfrm>
              <a:off x="7569203" y="3350310"/>
              <a:ext cx="38883" cy="38883"/>
            </a:xfrm>
            <a:custGeom>
              <a:rect b="b" l="l" r="r" t="t"/>
              <a:pathLst>
                <a:path extrusionOk="0" h="659" w="659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1"/>
            <p:cNvSpPr/>
            <p:nvPr/>
          </p:nvSpPr>
          <p:spPr>
            <a:xfrm>
              <a:off x="7541825" y="3581839"/>
              <a:ext cx="93638" cy="29030"/>
            </a:xfrm>
            <a:custGeom>
              <a:rect b="b" l="l" r="r" t="t"/>
              <a:pathLst>
                <a:path extrusionOk="0" h="492" w="1587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1"/>
            <p:cNvSpPr/>
            <p:nvPr/>
          </p:nvSpPr>
          <p:spPr>
            <a:xfrm>
              <a:off x="7537990" y="3578534"/>
              <a:ext cx="100778" cy="35638"/>
            </a:xfrm>
            <a:custGeom>
              <a:rect b="b" l="l" r="r" t="t"/>
              <a:pathLst>
                <a:path extrusionOk="0" h="604" w="1708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1"/>
            <p:cNvSpPr/>
            <p:nvPr/>
          </p:nvSpPr>
          <p:spPr>
            <a:xfrm>
              <a:off x="7134585" y="1285137"/>
              <a:ext cx="959039" cy="662902"/>
            </a:xfrm>
            <a:custGeom>
              <a:rect b="b" l="l" r="r" t="t"/>
              <a:pathLst>
                <a:path extrusionOk="0" h="11235" w="16254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>
              <a:off x="7131340" y="1281833"/>
              <a:ext cx="965588" cy="670041"/>
            </a:xfrm>
            <a:custGeom>
              <a:rect b="b" l="l" r="r" t="t"/>
              <a:pathLst>
                <a:path extrusionOk="0" h="11356" w="16365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>
              <a:off x="7204681" y="1349156"/>
              <a:ext cx="818847" cy="535396"/>
            </a:xfrm>
            <a:custGeom>
              <a:rect b="b" l="l" r="r" t="t"/>
              <a:pathLst>
                <a:path extrusionOk="0" h="9074" w="13878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7201376" y="1345320"/>
              <a:ext cx="825455" cy="542476"/>
            </a:xfrm>
            <a:custGeom>
              <a:rect b="b" l="l" r="r" t="t"/>
              <a:pathLst>
                <a:path extrusionOk="0" h="9194" w="139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7201376" y="1512300"/>
              <a:ext cx="6608" cy="180668"/>
            </a:xfrm>
            <a:custGeom>
              <a:rect b="b" l="l" r="r" t="t"/>
              <a:pathLst>
                <a:path extrusionOk="0" h="3062" w="11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7603130" y="1307027"/>
              <a:ext cx="21949" cy="21418"/>
            </a:xfrm>
            <a:custGeom>
              <a:rect b="b" l="l" r="r" t="t"/>
              <a:pathLst>
                <a:path extrusionOk="0" h="363" w="372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6977518" y="1943023"/>
              <a:ext cx="1272641" cy="86027"/>
            </a:xfrm>
            <a:custGeom>
              <a:rect b="b" l="l" r="r" t="t"/>
              <a:pathLst>
                <a:path extrusionOk="0" h="1458" w="21569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6974214" y="1939778"/>
              <a:ext cx="1279781" cy="92517"/>
            </a:xfrm>
            <a:custGeom>
              <a:rect b="b" l="l" r="r" t="t"/>
              <a:pathLst>
                <a:path extrusionOk="0" h="1568" w="2169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6986251" y="2005449"/>
              <a:ext cx="1255176" cy="6608"/>
            </a:xfrm>
            <a:custGeom>
              <a:rect b="b" l="l" r="r" t="t"/>
              <a:pathLst>
                <a:path extrusionOk="0" h="112" w="21273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7492557" y="1948511"/>
              <a:ext cx="243093" cy="26905"/>
            </a:xfrm>
            <a:custGeom>
              <a:rect b="b" l="l" r="r" t="t"/>
              <a:pathLst>
                <a:path extrusionOk="0" h="456" w="412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7489253" y="1945206"/>
              <a:ext cx="249702" cy="33455"/>
            </a:xfrm>
            <a:custGeom>
              <a:rect b="b" l="l" r="r" t="t"/>
              <a:pathLst>
                <a:path extrusionOk="0" h="567" w="4232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7368297" y="1450405"/>
              <a:ext cx="438512" cy="375556"/>
            </a:xfrm>
            <a:custGeom>
              <a:rect b="b" l="l" r="r" t="t"/>
              <a:pathLst>
                <a:path extrusionOk="0" h="6365" w="7432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7397326" y="1420844"/>
              <a:ext cx="438512" cy="375556"/>
            </a:xfrm>
            <a:custGeom>
              <a:rect b="b" l="l" r="r" t="t"/>
              <a:pathLst>
                <a:path extrusionOk="0" h="6365" w="7432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7394022" y="1417599"/>
              <a:ext cx="445652" cy="382105"/>
            </a:xfrm>
            <a:custGeom>
              <a:rect b="b" l="l" r="r" t="t"/>
              <a:pathLst>
                <a:path extrusionOk="0" h="6476" w="7553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7464649" y="1618446"/>
              <a:ext cx="302746" cy="40594"/>
            </a:xfrm>
            <a:custGeom>
              <a:rect b="b" l="l" r="r" t="t"/>
              <a:pathLst>
                <a:path extrusionOk="0" h="688" w="5131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7461345" y="1615201"/>
              <a:ext cx="309885" cy="47085"/>
            </a:xfrm>
            <a:custGeom>
              <a:rect b="b" l="l" r="r" t="t"/>
              <a:pathLst>
                <a:path extrusionOk="0" h="798" w="5252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7497514" y="1629421"/>
              <a:ext cx="235423" cy="16993"/>
            </a:xfrm>
            <a:custGeom>
              <a:rect b="b" l="l" r="r" t="t"/>
              <a:pathLst>
                <a:path extrusionOk="0" h="288" w="399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7517221" y="1681934"/>
              <a:ext cx="198192" cy="23601"/>
            </a:xfrm>
            <a:custGeom>
              <a:rect b="b" l="l" r="r" t="t"/>
              <a:pathLst>
                <a:path extrusionOk="0" h="400" w="3359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7513917" y="1678689"/>
              <a:ext cx="204741" cy="30151"/>
            </a:xfrm>
            <a:custGeom>
              <a:rect b="b" l="l" r="r" t="t"/>
              <a:pathLst>
                <a:path extrusionOk="0" h="511" w="347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7557166" y="1687952"/>
              <a:ext cx="10975" cy="11565"/>
            </a:xfrm>
            <a:custGeom>
              <a:rect b="b" l="l" r="r" t="t"/>
              <a:pathLst>
                <a:path extrusionOk="0" h="196" w="18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7579056" y="1687952"/>
              <a:ext cx="10975" cy="11565"/>
            </a:xfrm>
            <a:custGeom>
              <a:rect b="b" l="l" r="r" t="t"/>
              <a:pathLst>
                <a:path extrusionOk="0" h="196" w="18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7599294" y="1687952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7621185" y="1687952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7642544" y="1687952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7664434" y="1687952"/>
              <a:ext cx="11565" cy="11565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7552800" y="1465215"/>
              <a:ext cx="126444" cy="126503"/>
            </a:xfrm>
            <a:custGeom>
              <a:rect b="b" l="l" r="r" t="t"/>
              <a:pathLst>
                <a:path extrusionOk="0" h="2144" w="2143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7549496" y="1461380"/>
              <a:ext cx="133583" cy="134173"/>
            </a:xfrm>
            <a:custGeom>
              <a:rect b="b" l="l" r="r" t="t"/>
              <a:pathLst>
                <a:path extrusionOk="0" h="2274" w="2264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7587789" y="1532007"/>
              <a:ext cx="56466" cy="28499"/>
            </a:xfrm>
            <a:custGeom>
              <a:rect b="b" l="l" r="r" t="t"/>
              <a:pathLst>
                <a:path extrusionOk="0" h="483" w="957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7584544" y="1528702"/>
              <a:ext cx="63547" cy="35107"/>
            </a:xfrm>
            <a:custGeom>
              <a:rect b="b" l="l" r="r" t="t"/>
              <a:pathLst>
                <a:path extrusionOk="0" h="595" w="1077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7600415" y="1496428"/>
              <a:ext cx="31803" cy="31803"/>
            </a:xfrm>
            <a:custGeom>
              <a:rect b="b" l="l" r="r" t="t"/>
              <a:pathLst>
                <a:path extrusionOk="0" h="539" w="539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7597111" y="1493123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7569203" y="1724121"/>
              <a:ext cx="93638" cy="29030"/>
            </a:xfrm>
            <a:custGeom>
              <a:rect b="b" l="l" r="r" t="t"/>
              <a:pathLst>
                <a:path extrusionOk="0" h="492" w="1587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7565898" y="1720817"/>
              <a:ext cx="100247" cy="36169"/>
            </a:xfrm>
            <a:custGeom>
              <a:rect b="b" l="l" r="r" t="t"/>
              <a:pathLst>
                <a:path extrusionOk="0" h="613" w="1699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6772246" y="1753682"/>
              <a:ext cx="560000" cy="977035"/>
            </a:xfrm>
            <a:custGeom>
              <a:rect b="b" l="l" r="r" t="t"/>
              <a:pathLst>
                <a:path extrusionOk="0" h="16559" w="9491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6731179" y="1693971"/>
              <a:ext cx="560000" cy="995739"/>
            </a:xfrm>
            <a:custGeom>
              <a:rect b="b" l="l" r="r" t="t"/>
              <a:pathLst>
                <a:path extrusionOk="0" h="16876" w="9491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6727934" y="1690725"/>
              <a:ext cx="566549" cy="1002229"/>
            </a:xfrm>
            <a:custGeom>
              <a:rect b="b" l="l" r="r" t="t"/>
              <a:pathLst>
                <a:path extrusionOk="0" h="16986" w="9602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6732301" y="1693971"/>
              <a:ext cx="558348" cy="80539"/>
            </a:xfrm>
            <a:custGeom>
              <a:rect b="b" l="l" r="r" t="t"/>
              <a:pathLst>
                <a:path extrusionOk="0" h="1365" w="9463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6728465" y="1690725"/>
              <a:ext cx="565487" cy="87089"/>
            </a:xfrm>
            <a:custGeom>
              <a:rect b="b" l="l" r="r" t="t"/>
              <a:pathLst>
                <a:path extrusionOk="0" h="1476" w="9584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7140072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7189871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7240791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6820392" y="1885023"/>
              <a:ext cx="176892" cy="6608"/>
            </a:xfrm>
            <a:custGeom>
              <a:rect b="b" l="l" r="r" t="t"/>
              <a:pathLst>
                <a:path extrusionOk="0" h="112" w="2998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7032804" y="1885023"/>
              <a:ext cx="67913" cy="6608"/>
            </a:xfrm>
            <a:custGeom>
              <a:rect b="b" l="l" r="r" t="t"/>
              <a:pathLst>
                <a:path extrusionOk="0" h="112" w="1151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7142255" y="1885023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7027848" y="2016364"/>
              <a:ext cx="176892" cy="7198"/>
            </a:xfrm>
            <a:custGeom>
              <a:rect b="b" l="l" r="r" t="t"/>
              <a:pathLst>
                <a:path extrusionOk="0" h="122" w="2998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6924415" y="2016364"/>
              <a:ext cx="67913" cy="7198"/>
            </a:xfrm>
            <a:custGeom>
              <a:rect b="b" l="l" r="r" t="t"/>
              <a:pathLst>
                <a:path extrusionOk="0" h="122" w="1151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6820392" y="2016364"/>
              <a:ext cx="62484" cy="7198"/>
            </a:xfrm>
            <a:custGeom>
              <a:rect b="b" l="l" r="r" t="t"/>
              <a:pathLst>
                <a:path extrusionOk="0" h="122" w="1059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6820392" y="1950163"/>
              <a:ext cx="94228" cy="6608"/>
            </a:xfrm>
            <a:custGeom>
              <a:rect b="b" l="l" r="r" t="t"/>
              <a:pathLst>
                <a:path extrusionOk="0" h="112" w="1597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6945184" y="1950163"/>
              <a:ext cx="155533" cy="6608"/>
            </a:xfrm>
            <a:custGeom>
              <a:rect b="b" l="l" r="r" t="t"/>
              <a:pathLst>
                <a:path extrusionOk="0" h="112" w="2636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7142255" y="1950163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6820392" y="2074955"/>
              <a:ext cx="176892" cy="7198"/>
            </a:xfrm>
            <a:custGeom>
              <a:rect b="b" l="l" r="r" t="t"/>
              <a:pathLst>
                <a:path extrusionOk="0" h="122" w="2998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7032804" y="2074955"/>
              <a:ext cx="67913" cy="7198"/>
            </a:xfrm>
            <a:custGeom>
              <a:rect b="b" l="l" r="r" t="t"/>
              <a:pathLst>
                <a:path extrusionOk="0" h="122" w="115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6820392" y="2286245"/>
              <a:ext cx="176892" cy="6608"/>
            </a:xfrm>
            <a:custGeom>
              <a:rect b="b" l="l" r="r" t="t"/>
              <a:pathLst>
                <a:path extrusionOk="0" h="112" w="2998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7032804" y="2286245"/>
              <a:ext cx="67913" cy="6608"/>
            </a:xfrm>
            <a:custGeom>
              <a:rect b="b" l="l" r="r" t="t"/>
              <a:pathLst>
                <a:path extrusionOk="0" h="112" w="115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7142255" y="2074955"/>
              <a:ext cx="62484" cy="7198"/>
            </a:xfrm>
            <a:custGeom>
              <a:rect b="b" l="l" r="r" t="t"/>
              <a:pathLst>
                <a:path extrusionOk="0" h="122" w="1059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7027848" y="2206886"/>
              <a:ext cx="176892" cy="6608"/>
            </a:xfrm>
            <a:custGeom>
              <a:rect b="b" l="l" r="r" t="t"/>
              <a:pathLst>
                <a:path extrusionOk="0" h="112" w="2998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6924415" y="2206886"/>
              <a:ext cx="67913" cy="6608"/>
            </a:xfrm>
            <a:custGeom>
              <a:rect b="b" l="l" r="r" t="t"/>
              <a:pathLst>
                <a:path extrusionOk="0" h="112" w="1151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7123669" y="2357403"/>
              <a:ext cx="67382" cy="7139"/>
            </a:xfrm>
            <a:custGeom>
              <a:rect b="b" l="l" r="r" t="t"/>
              <a:pathLst>
                <a:path extrusionOk="0" h="121" w="114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7019115" y="2357403"/>
              <a:ext cx="63015" cy="7139"/>
            </a:xfrm>
            <a:custGeom>
              <a:rect b="b" l="l" r="r" t="t"/>
              <a:pathLst>
                <a:path extrusionOk="0" h="121" w="1068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6820392" y="2140094"/>
              <a:ext cx="94228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6945184" y="2140094"/>
              <a:ext cx="155533" cy="7139"/>
            </a:xfrm>
            <a:custGeom>
              <a:rect b="b" l="l" r="r" t="t"/>
              <a:pathLst>
                <a:path extrusionOk="0" h="121" w="2636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7142255" y="2140094"/>
              <a:ext cx="62484" cy="7139"/>
            </a:xfrm>
            <a:custGeom>
              <a:rect b="b" l="l" r="r" t="t"/>
              <a:pathLst>
                <a:path extrusionOk="0" h="121" w="1059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7017994" y="2427440"/>
              <a:ext cx="155533" cy="7198"/>
            </a:xfrm>
            <a:custGeom>
              <a:rect b="b" l="l" r="r" t="t"/>
              <a:pathLst>
                <a:path extrusionOk="0" h="122" w="2636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7018584" y="2493111"/>
              <a:ext cx="62425" cy="7198"/>
            </a:xfrm>
            <a:custGeom>
              <a:rect b="b" l="l" r="r" t="t"/>
              <a:pathLst>
                <a:path extrusionOk="0" h="122" w="1058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7433436" y="2415403"/>
              <a:ext cx="731876" cy="52170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7430191" y="2412099"/>
              <a:ext cx="738957" cy="528846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7474502" y="2375989"/>
              <a:ext cx="731876" cy="88210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7471198" y="2372685"/>
              <a:ext cx="738485" cy="94759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7553862" y="2401715"/>
              <a:ext cx="33455" cy="33986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7606434" y="2401715"/>
              <a:ext cx="33986" cy="33986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7501349" y="2401715"/>
              <a:ext cx="33986" cy="33986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7473971" y="2464140"/>
              <a:ext cx="732407" cy="430252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7470667" y="2460305"/>
              <a:ext cx="739016" cy="437391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7778310" y="2564859"/>
              <a:ext cx="336083" cy="6608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7778310" y="2614657"/>
              <a:ext cx="122668" cy="7139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7941395" y="2614657"/>
              <a:ext cx="147272" cy="7139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7778310" y="2766237"/>
              <a:ext cx="217899" cy="666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7778310" y="2667170"/>
              <a:ext cx="338856" cy="7198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7778310" y="2716969"/>
              <a:ext cx="112224" cy="7198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7915670" y="2716969"/>
              <a:ext cx="198723" cy="7198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7525953" y="2548397"/>
              <a:ext cx="219020" cy="219020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7522649" y="2545151"/>
              <a:ext cx="225567" cy="225567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7516631" y="2550049"/>
              <a:ext cx="218489" cy="218430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7513386" y="2546213"/>
              <a:ext cx="225569" cy="225569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7662251" y="2565921"/>
              <a:ext cx="54814" cy="54814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7658947" y="2562085"/>
              <a:ext cx="61363" cy="61894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7985707" y="2216444"/>
              <a:ext cx="377208" cy="339092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8001047" y="2212904"/>
              <a:ext cx="345995" cy="345995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7997212" y="2199923"/>
              <a:ext cx="384878" cy="339387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8016388" y="2196442"/>
              <a:ext cx="345995" cy="345995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8070553" y="2285655"/>
              <a:ext cx="224507" cy="141844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8066718" y="2282410"/>
              <a:ext cx="231588" cy="148393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5843948" y="3263280"/>
              <a:ext cx="422581" cy="300504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5840112" y="3259976"/>
              <a:ext cx="429721" cy="307643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5151544" y="2042680"/>
              <a:ext cx="1807388" cy="1218417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5148240" y="2039376"/>
              <a:ext cx="1813996" cy="1225026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5151544" y="2076076"/>
              <a:ext cx="1807388" cy="1218417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5148240" y="2072771"/>
              <a:ext cx="1813996" cy="1225026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5254977" y="2195380"/>
              <a:ext cx="1597218" cy="973790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5251673" y="2192076"/>
              <a:ext cx="1603826" cy="980929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6850543" y="2586749"/>
              <a:ext cx="6608" cy="189990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6032227" y="2110533"/>
              <a:ext cx="46023" cy="46023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6805111" y="3207404"/>
              <a:ext cx="46023" cy="46082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5844479" y="3294434"/>
              <a:ext cx="421519" cy="77825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5841174" y="3291189"/>
              <a:ext cx="428128" cy="84316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5257691" y="3542955"/>
              <a:ext cx="1595094" cy="130869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5253856" y="3539120"/>
              <a:ext cx="1602764" cy="138540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5425733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5422487" y="3569743"/>
              <a:ext cx="119895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5565334" y="3573047"/>
              <a:ext cx="113345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5562030" y="3569743"/>
              <a:ext cx="119954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5708712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5705467" y="3569743"/>
              <a:ext cx="119895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5848314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5845010" y="3569743"/>
              <a:ext cx="119954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5990099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5986794" y="3569743"/>
              <a:ext cx="119364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/>
            <p:nvPr/>
          </p:nvSpPr>
          <p:spPr>
            <a:xfrm>
              <a:off x="6129641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1"/>
            <p:cNvSpPr/>
            <p:nvPr/>
          </p:nvSpPr>
          <p:spPr>
            <a:xfrm>
              <a:off x="6126337" y="3569743"/>
              <a:ext cx="119423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6273078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6269243" y="3569743"/>
              <a:ext cx="119895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6412621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6409376" y="3569743"/>
              <a:ext cx="119364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1"/>
            <p:cNvSpPr/>
            <p:nvPr/>
          </p:nvSpPr>
          <p:spPr>
            <a:xfrm>
              <a:off x="6559303" y="3573047"/>
              <a:ext cx="112814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1"/>
            <p:cNvSpPr/>
            <p:nvPr/>
          </p:nvSpPr>
          <p:spPr>
            <a:xfrm>
              <a:off x="6556058" y="3569743"/>
              <a:ext cx="119364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5359531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5356227" y="3596058"/>
              <a:ext cx="119364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5499074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5495828" y="3596058"/>
              <a:ext cx="119895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5642510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5639206" y="3596058"/>
              <a:ext cx="119423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1"/>
            <p:cNvSpPr/>
            <p:nvPr/>
          </p:nvSpPr>
          <p:spPr>
            <a:xfrm>
              <a:off x="5782053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1"/>
            <p:cNvSpPr/>
            <p:nvPr/>
          </p:nvSpPr>
          <p:spPr>
            <a:xfrm>
              <a:off x="5778808" y="3596058"/>
              <a:ext cx="119895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1"/>
            <p:cNvSpPr/>
            <p:nvPr/>
          </p:nvSpPr>
          <p:spPr>
            <a:xfrm>
              <a:off x="5923307" y="3599304"/>
              <a:ext cx="113345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5920003" y="3596058"/>
              <a:ext cx="119954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6063440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6060136" y="3596058"/>
              <a:ext cx="119364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1"/>
            <p:cNvSpPr/>
            <p:nvPr/>
          </p:nvSpPr>
          <p:spPr>
            <a:xfrm>
              <a:off x="6206818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1"/>
            <p:cNvSpPr/>
            <p:nvPr/>
          </p:nvSpPr>
          <p:spPr>
            <a:xfrm>
              <a:off x="6202982" y="3596058"/>
              <a:ext cx="119954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1"/>
            <p:cNvSpPr/>
            <p:nvPr/>
          </p:nvSpPr>
          <p:spPr>
            <a:xfrm>
              <a:off x="6346419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1"/>
            <p:cNvSpPr/>
            <p:nvPr/>
          </p:nvSpPr>
          <p:spPr>
            <a:xfrm>
              <a:off x="6342584" y="3596058"/>
              <a:ext cx="119895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6493101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6489797" y="3596058"/>
              <a:ext cx="119423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1"/>
            <p:cNvSpPr/>
            <p:nvPr/>
          </p:nvSpPr>
          <p:spPr>
            <a:xfrm>
              <a:off x="6632644" y="3599304"/>
              <a:ext cx="112814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6629399" y="3596058"/>
              <a:ext cx="119895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5370447" y="2293916"/>
              <a:ext cx="907057" cy="79206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5367201" y="2290611"/>
              <a:ext cx="913606" cy="79866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5370447" y="2293916"/>
              <a:ext cx="907057" cy="72279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5367201" y="2290611"/>
              <a:ext cx="913606" cy="78887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5462433" y="2316868"/>
              <a:ext cx="31272" cy="31272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5510048" y="2316868"/>
              <a:ext cx="31272" cy="31272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5415348" y="2316868"/>
              <a:ext cx="31272" cy="31272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5458597" y="2489275"/>
              <a:ext cx="556165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5458597" y="2588932"/>
              <a:ext cx="199844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5731192" y="2588932"/>
              <a:ext cx="240851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5458597" y="2892150"/>
              <a:ext cx="359094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5458597" y="2694017"/>
              <a:ext cx="561121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5458597" y="2793614"/>
              <a:ext cx="182320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5688474" y="2793614"/>
              <a:ext cx="326288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6337628" y="2408264"/>
              <a:ext cx="409483" cy="672224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6334383" y="2405019"/>
              <a:ext cx="416563" cy="678773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6397280" y="2535829"/>
              <a:ext cx="135825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6558772" y="2535829"/>
              <a:ext cx="53162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1"/>
            <p:cNvSpPr/>
            <p:nvPr/>
          </p:nvSpPr>
          <p:spPr>
            <a:xfrm>
              <a:off x="6641967" y="2535829"/>
              <a:ext cx="48796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6554937" y="2625042"/>
              <a:ext cx="135825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6476108" y="2625042"/>
              <a:ext cx="53162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6397280" y="2625042"/>
              <a:ext cx="48796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6397280" y="2580140"/>
              <a:ext cx="73459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6491980" y="2580140"/>
              <a:ext cx="119954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6641967" y="2580140"/>
              <a:ext cx="48796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6397280" y="2664456"/>
              <a:ext cx="135825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6558772" y="2664456"/>
              <a:ext cx="53162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6397280" y="2806772"/>
              <a:ext cx="135825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6558772" y="2806772"/>
              <a:ext cx="53162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6641967" y="2664456"/>
              <a:ext cx="48796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6554937" y="2753669"/>
              <a:ext cx="135825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6476108" y="2753669"/>
              <a:ext cx="53162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6397280" y="2753669"/>
              <a:ext cx="48796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6476108" y="2854919"/>
              <a:ext cx="53162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6397280" y="2854919"/>
              <a:ext cx="48796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6397280" y="2708236"/>
              <a:ext cx="73459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6491980" y="2708236"/>
              <a:ext cx="119954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6641967" y="2708236"/>
              <a:ext cx="48796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6396218" y="2902534"/>
              <a:ext cx="119895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6396218" y="2946905"/>
              <a:ext cx="49327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5656730" y="2411037"/>
              <a:ext cx="707803" cy="605963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5695023" y="2385312"/>
              <a:ext cx="707272" cy="605432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5691778" y="2382007"/>
              <a:ext cx="714352" cy="611982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5647408" y="1634318"/>
              <a:ext cx="784979" cy="105144"/>
            </a:xfrm>
            <a:custGeom>
              <a:rect b="b" l="l" r="r" t="t"/>
              <a:pathLst>
                <a:path extrusionOk="0" h="1782" w="13304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5644163" y="1630483"/>
              <a:ext cx="791529" cy="112283"/>
            </a:xfrm>
            <a:custGeom>
              <a:rect b="b" l="l" r="r" t="t"/>
              <a:pathLst>
                <a:path extrusionOk="0" h="1903" w="13415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5783174" y="1797993"/>
              <a:ext cx="513505" cy="61363"/>
            </a:xfrm>
            <a:custGeom>
              <a:rect b="b" l="l" r="r" t="t"/>
              <a:pathLst>
                <a:path extrusionOk="0" h="1040" w="8703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5779870" y="1794689"/>
              <a:ext cx="520055" cy="67972"/>
            </a:xfrm>
            <a:custGeom>
              <a:rect b="b" l="l" r="r" t="t"/>
              <a:pathLst>
                <a:path extrusionOk="0" h="1152" w="8814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5918351" y="1908565"/>
              <a:ext cx="243093" cy="75052"/>
            </a:xfrm>
            <a:custGeom>
              <a:rect b="b" l="l" r="r" t="t"/>
              <a:pathLst>
                <a:path extrusionOk="0" h="1272" w="412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5915106" y="1904730"/>
              <a:ext cx="249643" cy="82133"/>
            </a:xfrm>
            <a:custGeom>
              <a:rect b="b" l="l" r="r" t="t"/>
              <a:pathLst>
                <a:path extrusionOk="0" h="1392" w="4231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5656199" y="1614611"/>
              <a:ext cx="784979" cy="105144"/>
            </a:xfrm>
            <a:custGeom>
              <a:rect b="b" l="l" r="r" t="t"/>
              <a:pathLst>
                <a:path extrusionOk="0" h="1782" w="13304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5652895" y="1611366"/>
              <a:ext cx="792119" cy="112224"/>
            </a:xfrm>
            <a:custGeom>
              <a:rect b="b" l="l" r="r" t="t"/>
              <a:pathLst>
                <a:path extrusionOk="0" h="1902" w="13425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5742698" y="1644172"/>
              <a:ext cx="607615" cy="42246"/>
            </a:xfrm>
            <a:custGeom>
              <a:rect b="b" l="l" r="r" t="t"/>
              <a:pathLst>
                <a:path extrusionOk="0" h="716" w="10298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5792497" y="1778817"/>
              <a:ext cx="512909" cy="61363"/>
            </a:xfrm>
            <a:custGeom>
              <a:rect b="b" l="l" r="r" t="t"/>
              <a:pathLst>
                <a:path extrusionOk="0" h="1040" w="8693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5788662" y="1775572"/>
              <a:ext cx="520055" cy="67913"/>
            </a:xfrm>
            <a:custGeom>
              <a:rect b="b" l="l" r="r" t="t"/>
              <a:pathLst>
                <a:path extrusionOk="0" h="1151" w="8814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5896460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5953399" y="1795810"/>
              <a:ext cx="27437" cy="27437"/>
            </a:xfrm>
            <a:custGeom>
              <a:rect b="b" l="l" r="r" t="t"/>
              <a:pathLst>
                <a:path extrusionOk="0" h="465" w="465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6006502" y="1795810"/>
              <a:ext cx="27437" cy="27437"/>
            </a:xfrm>
            <a:custGeom>
              <a:rect b="b" l="l" r="r" t="t"/>
              <a:pathLst>
                <a:path extrusionOk="0" h="465" w="465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6063440" y="1795810"/>
              <a:ext cx="27378" cy="27437"/>
            </a:xfrm>
            <a:custGeom>
              <a:rect b="b" l="l" r="r" t="t"/>
              <a:pathLst>
                <a:path extrusionOk="0" h="465" w="464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6118136" y="1795810"/>
              <a:ext cx="27437" cy="27437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6175074" y="1795810"/>
              <a:ext cx="27437" cy="27437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5860882" y="1237521"/>
              <a:ext cx="328471" cy="329002"/>
            </a:xfrm>
            <a:custGeom>
              <a:rect b="b" l="l" r="r" t="t"/>
              <a:pathLst>
                <a:path extrusionOk="0" h="5576" w="5567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5857046" y="1234217"/>
              <a:ext cx="335610" cy="335610"/>
            </a:xfrm>
            <a:custGeom>
              <a:rect b="b" l="l" r="r" t="t"/>
              <a:pathLst>
                <a:path extrusionOk="0" h="5688" w="5688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5884424" y="1216693"/>
              <a:ext cx="329002" cy="329002"/>
            </a:xfrm>
            <a:custGeom>
              <a:rect b="b" l="l" r="r" t="t"/>
              <a:pathLst>
                <a:path extrusionOk="0" h="5576" w="5576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5881179" y="1213448"/>
              <a:ext cx="335551" cy="335551"/>
            </a:xfrm>
            <a:custGeom>
              <a:rect b="b" l="l" r="r" t="t"/>
              <a:pathLst>
                <a:path extrusionOk="0" h="5687" w="5687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5975820" y="1391284"/>
              <a:ext cx="146210" cy="73105"/>
            </a:xfrm>
            <a:custGeom>
              <a:rect b="b" l="l" r="r" t="t"/>
              <a:pathLst>
                <a:path extrusionOk="0" h="1239" w="2478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5972575" y="1387508"/>
              <a:ext cx="152759" cy="80480"/>
            </a:xfrm>
            <a:custGeom>
              <a:rect b="b" l="l" r="r" t="t"/>
              <a:pathLst>
                <a:path extrusionOk="0" h="1364" w="2589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6007564" y="1298236"/>
              <a:ext cx="83254" cy="82723"/>
            </a:xfrm>
            <a:custGeom>
              <a:rect b="b" l="l" r="r" t="t"/>
              <a:pathLst>
                <a:path extrusionOk="0" h="1402" w="1411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6004318" y="1294401"/>
              <a:ext cx="89803" cy="89862"/>
            </a:xfrm>
            <a:custGeom>
              <a:rect b="b" l="l" r="r" t="t"/>
              <a:pathLst>
                <a:path extrusionOk="0" h="1523" w="1522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5927673" y="1888858"/>
              <a:ext cx="242562" cy="75583"/>
            </a:xfrm>
            <a:custGeom>
              <a:rect b="b" l="l" r="r" t="t"/>
              <a:pathLst>
                <a:path extrusionOk="0" h="1281" w="4111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5924369" y="1885554"/>
              <a:ext cx="249112" cy="82192"/>
            </a:xfrm>
            <a:custGeom>
              <a:rect b="b" l="l" r="r" t="t"/>
              <a:pathLst>
                <a:path extrusionOk="0" h="1393" w="4222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5808369" y="2463550"/>
              <a:ext cx="490494" cy="488842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5807248" y="2460305"/>
              <a:ext cx="492677" cy="495922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5808369" y="2421422"/>
              <a:ext cx="490494" cy="489373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5807248" y="2418117"/>
              <a:ext cx="492677" cy="495981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3" name="Google Shape;1013;p21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14" name="Google Shape;1014;p21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1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1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4825" lIns="74825" spcFirstLastPara="1" rIns="74825" wrap="square" tIns="7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2"/>
          <p:cNvSpPr txBox="1"/>
          <p:nvPr/>
        </p:nvSpPr>
        <p:spPr>
          <a:xfrm>
            <a:off x="615625" y="486550"/>
            <a:ext cx="6439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Event reporting application</a:t>
            </a:r>
            <a:endParaRPr sz="1000"/>
          </a:p>
        </p:txBody>
      </p:sp>
      <p:sp>
        <p:nvSpPr>
          <p:cNvPr id="1024" name="Google Shape;1024;p22"/>
          <p:cNvSpPr txBox="1"/>
          <p:nvPr/>
        </p:nvSpPr>
        <p:spPr>
          <a:xfrm>
            <a:off x="670225" y="1315675"/>
            <a:ext cx="6554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Backend server</a:t>
            </a:r>
            <a:r>
              <a:rPr lang="en" sz="1100"/>
              <a:t> – Flask, PostgreSQL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Web application</a:t>
            </a:r>
            <a:r>
              <a:rPr lang="en" sz="1100"/>
              <a:t> – Next.js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Mobile application (Android)</a:t>
            </a:r>
            <a:r>
              <a:rPr lang="en" sz="1100"/>
              <a:t> – React Native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Event streaming</a:t>
            </a:r>
            <a:r>
              <a:rPr lang="en" sz="1100"/>
              <a:t> – Apache Kafka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Real-time processing &amp; analytics</a:t>
            </a:r>
            <a:r>
              <a:rPr lang="en" sz="1100"/>
              <a:t> – Apache Spark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Auxiliary services</a:t>
            </a:r>
            <a:r>
              <a:rPr lang="en" sz="1100"/>
              <a:t> – Firebase (media storage), Google Maps API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oogle Shape;1029;p23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030" name="Google Shape;1030;p23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3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3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3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3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58" name="Google Shape;10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150" y="1003425"/>
            <a:ext cx="573405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3" name="Google Shape;1063;p24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064" name="Google Shape;1064;p24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92" name="Google Shape;10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350" y="666437"/>
            <a:ext cx="3848974" cy="381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25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098" name="Google Shape;1098;p25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5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5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5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5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5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5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5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6" name="Google Shape;1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650" y="754975"/>
            <a:ext cx="573405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26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132" name="Google Shape;1132;p26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0" name="Google Shape;1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000" y="641550"/>
            <a:ext cx="3967324" cy="376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5" name="Google Shape;1165;p27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166" name="Google Shape;1166;p27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7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7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7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7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7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7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7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7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7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7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7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7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7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7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7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7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7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7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7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7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7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94" name="Google Shape;1194;p27" title="WhatsApp Image 2026-01-22 at 00.16.1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863" y="570813"/>
            <a:ext cx="1846575" cy="400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27" title="WhatsApp Image 2026-01-22 at 00.16.19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200" y="487988"/>
            <a:ext cx="1941349" cy="420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28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201" name="Google Shape;1201;p28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9" name="Google Shape;1229;p28" title="WhatsApp Image 2026-01-22 at 00.16.18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737" y="521476"/>
            <a:ext cx="1818024" cy="393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28" title="WhatsApp Image 2026-01-22 at 00.16.18 (2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212" y="497826"/>
            <a:ext cx="1867325" cy="4046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5" name="Google Shape;1235;p29"/>
          <p:cNvGrpSpPr/>
          <p:nvPr/>
        </p:nvGrpSpPr>
        <p:grpSpPr>
          <a:xfrm>
            <a:off x="7457008" y="212804"/>
            <a:ext cx="1298848" cy="1015848"/>
            <a:chOff x="781983" y="2939892"/>
            <a:chExt cx="1298848" cy="1015848"/>
          </a:xfrm>
        </p:grpSpPr>
        <p:sp>
          <p:nvSpPr>
            <p:cNvPr id="1236" name="Google Shape;1236;p29"/>
            <p:cNvSpPr/>
            <p:nvPr/>
          </p:nvSpPr>
          <p:spPr>
            <a:xfrm>
              <a:off x="786411" y="3238660"/>
              <a:ext cx="998615" cy="711847"/>
            </a:xfrm>
            <a:custGeom>
              <a:rect b="b" l="l" r="r" t="t"/>
              <a:pathLst>
                <a:path extrusionOk="0" h="8842" w="12404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781983" y="3234151"/>
              <a:ext cx="1008276" cy="721589"/>
            </a:xfrm>
            <a:custGeom>
              <a:rect b="b" l="l" r="r" t="t"/>
              <a:pathLst>
                <a:path extrusionOk="0" h="8963" w="12524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842445" y="3184880"/>
              <a:ext cx="998615" cy="120359"/>
            </a:xfrm>
            <a:custGeom>
              <a:rect b="b" l="l" r="r" t="t"/>
              <a:pathLst>
                <a:path extrusionOk="0" h="1495" w="12404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837937" y="3180371"/>
              <a:ext cx="1007632" cy="129295"/>
            </a:xfrm>
            <a:custGeom>
              <a:rect b="b" l="l" r="r" t="t"/>
              <a:pathLst>
                <a:path extrusionOk="0" h="1606" w="1251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950731" y="3219982"/>
              <a:ext cx="45648" cy="46372"/>
            </a:xfrm>
            <a:custGeom>
              <a:rect b="b" l="l" r="r" t="t"/>
              <a:pathLst>
                <a:path extrusionOk="0" h="576" w="567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1022465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879077" y="3219982"/>
              <a:ext cx="46372" cy="4637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841721" y="3305160"/>
              <a:ext cx="999340" cy="587061"/>
            </a:xfrm>
            <a:custGeom>
              <a:rect b="b" l="l" r="r" t="t"/>
              <a:pathLst>
                <a:path extrusionOk="0" h="7292" w="12413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837212" y="3299927"/>
              <a:ext cx="1008356" cy="596802"/>
            </a:xfrm>
            <a:custGeom>
              <a:rect b="b" l="l" r="r" t="t"/>
              <a:pathLst>
                <a:path extrusionOk="0" h="7413" w="12525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1256989" y="3442589"/>
              <a:ext cx="458571" cy="9017"/>
            </a:xfrm>
            <a:custGeom>
              <a:rect b="b" l="l" r="r" t="t"/>
              <a:pathLst>
                <a:path extrusionOk="0" h="112" w="569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1256989" y="3510538"/>
              <a:ext cx="167375" cy="9741"/>
            </a:xfrm>
            <a:custGeom>
              <a:rect b="b" l="l" r="r" t="t"/>
              <a:pathLst>
                <a:path extrusionOk="0" h="121" w="207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1479518" y="3510538"/>
              <a:ext cx="200947" cy="9741"/>
            </a:xfrm>
            <a:custGeom>
              <a:rect b="b" l="l" r="r" t="t"/>
              <a:pathLst>
                <a:path extrusionOk="0" h="121" w="249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1256989" y="3717365"/>
              <a:ext cx="297314" cy="9097"/>
            </a:xfrm>
            <a:custGeom>
              <a:rect b="b" l="l" r="r" t="t"/>
              <a:pathLst>
                <a:path extrusionOk="0" h="113" w="369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1256989" y="3582191"/>
              <a:ext cx="462355" cy="9822"/>
            </a:xfrm>
            <a:custGeom>
              <a:rect b="b" l="l" r="r" t="t"/>
              <a:pathLst>
                <a:path extrusionOk="0" h="122" w="574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1256989" y="3650140"/>
              <a:ext cx="153125" cy="9822"/>
            </a:xfrm>
            <a:custGeom>
              <a:rect b="b" l="l" r="r" t="t"/>
              <a:pathLst>
                <a:path extrusionOk="0" h="122" w="190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1444416" y="3650140"/>
              <a:ext cx="271149" cy="9822"/>
            </a:xfrm>
            <a:custGeom>
              <a:rect b="b" l="l" r="r" t="t"/>
              <a:pathLst>
                <a:path extrusionOk="0" h="122" w="3368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912650" y="3420127"/>
              <a:ext cx="298844" cy="298844"/>
            </a:xfrm>
            <a:custGeom>
              <a:rect b="b" l="l" r="r" t="t"/>
              <a:pathLst>
                <a:path extrusionOk="0" h="3712" w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908141" y="3415699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899929" y="3422381"/>
              <a:ext cx="298119" cy="298039"/>
            </a:xfrm>
            <a:custGeom>
              <a:rect b="b" l="l" r="r" t="t"/>
              <a:pathLst>
                <a:path extrusionOk="0" h="3702" w="3703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895501" y="3417148"/>
              <a:ext cx="307780" cy="307780"/>
            </a:xfrm>
            <a:custGeom>
              <a:rect b="b" l="l" r="r" t="t"/>
              <a:pathLst>
                <a:path extrusionOk="0" h="3823" w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1098627" y="3444038"/>
              <a:ext cx="74791" cy="74791"/>
            </a:xfrm>
            <a:custGeom>
              <a:rect b="b" l="l" r="r" t="t"/>
              <a:pathLst>
                <a:path extrusionOk="0" h="929" w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1094118" y="3438805"/>
              <a:ext cx="83728" cy="84452"/>
            </a:xfrm>
            <a:custGeom>
              <a:rect b="b" l="l" r="r" t="t"/>
              <a:pathLst>
                <a:path extrusionOk="0" h="1049" w="104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1539981" y="2967184"/>
              <a:ext cx="514684" cy="462677"/>
            </a:xfrm>
            <a:custGeom>
              <a:rect b="b" l="l" r="r" t="t"/>
              <a:pathLst>
                <a:path extrusionOk="0" h="5747" w="6393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1560913" y="2962354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1555680" y="2944642"/>
              <a:ext cx="525150" cy="463079"/>
            </a:xfrm>
            <a:custGeom>
              <a:rect b="b" l="l" r="r" t="t"/>
              <a:pathLst>
                <a:path extrusionOk="0" h="5752" w="6523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1581846" y="2939892"/>
              <a:ext cx="472096" cy="472096"/>
            </a:xfrm>
            <a:custGeom>
              <a:rect b="b" l="l" r="r" t="t"/>
              <a:pathLst>
                <a:path extrusionOk="0" h="5864" w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1655753" y="3061621"/>
              <a:ext cx="306331" cy="193540"/>
            </a:xfrm>
            <a:custGeom>
              <a:rect b="b" l="l" r="r" t="t"/>
              <a:pathLst>
                <a:path extrusionOk="0" h="2404" w="3805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1650520" y="3057193"/>
              <a:ext cx="315992" cy="202476"/>
            </a:xfrm>
            <a:custGeom>
              <a:rect b="b" l="l" r="r" t="t"/>
              <a:pathLst>
                <a:path extrusionOk="0" h="2515" w="392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64" name="Google Shape;1264;p29" title="WhatsApp Image 2026-01-22 at 00.16.18 (3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412" y="504688"/>
            <a:ext cx="1907577" cy="413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29" title="WhatsApp Image 2026-01-22 at 00.16.19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527150"/>
            <a:ext cx="1886874" cy="40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0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notifications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1" name="Google Shape;1271;p30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272" name="Google Shape;1272;p30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0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0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0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0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0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0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0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82" name="Google Shape;1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800" y="1177575"/>
            <a:ext cx="5720449" cy="26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1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Firebase Storage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8" name="Google Shape;1288;p31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289" name="Google Shape;1289;p31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1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1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1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1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1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99" name="Google Shape;12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225" y="1114375"/>
            <a:ext cx="57340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2"/>
          <p:cNvSpPr txBox="1"/>
          <p:nvPr>
            <p:ph idx="1" type="subTitle"/>
          </p:nvPr>
        </p:nvSpPr>
        <p:spPr>
          <a:xfrm>
            <a:off x="598500" y="1114375"/>
            <a:ext cx="7947000" cy="3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a controlled ingestion gateway for all reported events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Validates and normalizes user-generated data at the entry point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Persists events transactionally in PostgreSQL (ACID guarantees)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Decouples client traffic from downstream Big Data processing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Exposes a stable REST API for web and mobile clients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2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- Ingestion and Control Layer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33"/>
          <p:cNvSpPr txBox="1"/>
          <p:nvPr>
            <p:ph idx="1" type="subTitle"/>
          </p:nvPr>
        </p:nvSpPr>
        <p:spPr>
          <a:xfrm>
            <a:off x="598500" y="1114375"/>
            <a:ext cx="811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implemented using Flask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CRUD operations (POST, GET, PATCH, DELETE)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validation and error handling at ingestion time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uploads via Firebase Storage (URL stored in DB)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filtering + pagination for /api/incidents (with response headers)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rate limiting to protect ingestion endpoints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notifications sent to administrators on new events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JWT-based admin login (token issuance)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11" name="Google Shape;1311;p33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Implementation Overview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4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Setup Overview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 </a:t>
            </a:r>
            <a: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 continuously generates and publishes simulated incident events to a Kafka topic in real time.</a:t>
            </a:r>
            <a:b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Spark Structured Streaming</a:t>
            </a:r>
            <a: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consumes the events, processes them in short time windows, and performs aggregations and spatial analysis.</a:t>
            </a:r>
            <a:b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processed results are visualized through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dashboards</a:t>
            </a:r>
            <a: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enabling near real-time monitoring and analysis of incident patterns.</a:t>
            </a:r>
            <a:br>
              <a:rPr b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7" name="Google Shape;1317;p34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318" name="Google Shape;1318;p34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3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3" name="Google Shape;1333;p35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334" name="Google Shape;1334;p35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5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5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5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5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5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5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5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5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5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44" name="Google Shape;13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25" y="1159825"/>
            <a:ext cx="3936875" cy="19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250" y="2333000"/>
            <a:ext cx="3331350" cy="2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3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1" name="Google Shape;1351;p36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352" name="Google Shape;1352;p36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6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6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6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6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6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6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6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6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6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62" name="Google Shape;13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325" y="1233300"/>
            <a:ext cx="284797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700" y="1969600"/>
            <a:ext cx="333375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7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9" name="Google Shape;1369;p37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370" name="Google Shape;1370;p37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80" name="Google Shape;13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25" y="1114375"/>
            <a:ext cx="3455900" cy="23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0000" y="2065875"/>
            <a:ext cx="4051775" cy="22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8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7" name="Google Shape;1387;p38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388" name="Google Shape;1388;p38"/>
            <p:cNvSpPr/>
            <p:nvPr/>
          </p:nvSpPr>
          <p:spPr>
            <a:xfrm>
              <a:off x="6546068" y="2488273"/>
              <a:ext cx="190780" cy="188197"/>
            </a:xfrm>
            <a:custGeom>
              <a:rect b="b" l="l" r="r" t="t"/>
              <a:pathLst>
                <a:path extrusionOk="0" h="3716" w="3767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6544194" y="2485487"/>
              <a:ext cx="195490" cy="193515"/>
            </a:xfrm>
            <a:custGeom>
              <a:rect b="b" l="l" r="r" t="t"/>
              <a:pathLst>
                <a:path extrusionOk="0" h="3821" w="386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6726465" y="2372093"/>
              <a:ext cx="344892" cy="340385"/>
            </a:xfrm>
            <a:custGeom>
              <a:rect b="b" l="l" r="r" t="t"/>
              <a:pathLst>
                <a:path extrusionOk="0" h="6721" w="681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6723680" y="2369611"/>
              <a:ext cx="350058" cy="345551"/>
            </a:xfrm>
            <a:custGeom>
              <a:rect b="b" l="l" r="r" t="t"/>
              <a:pathLst>
                <a:path extrusionOk="0" h="6823" w="6912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6714260" y="2368295"/>
              <a:ext cx="344437" cy="340436"/>
            </a:xfrm>
            <a:custGeom>
              <a:rect b="b" l="l" r="r" t="t"/>
              <a:pathLst>
                <a:path extrusionOk="0" h="6722" w="6801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6711474" y="2365864"/>
              <a:ext cx="348640" cy="345551"/>
            </a:xfrm>
            <a:custGeom>
              <a:rect b="b" l="l" r="r" t="t"/>
              <a:pathLst>
                <a:path extrusionOk="0" h="6823" w="6884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6650396" y="2651907"/>
              <a:ext cx="191691" cy="189463"/>
            </a:xfrm>
            <a:custGeom>
              <a:rect b="b" l="l" r="r" t="t"/>
              <a:pathLst>
                <a:path extrusionOk="0" h="3741" w="3785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6647104" y="2648969"/>
              <a:ext cx="197364" cy="194933"/>
            </a:xfrm>
            <a:custGeom>
              <a:rect b="b" l="l" r="r" t="t"/>
              <a:pathLst>
                <a:path extrusionOk="0" h="3849" w="3897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6548904" y="2480423"/>
              <a:ext cx="190780" cy="188501"/>
            </a:xfrm>
            <a:custGeom>
              <a:rect b="b" l="l" r="r" t="t"/>
              <a:pathLst>
                <a:path extrusionOk="0" h="3722" w="3767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6546068" y="2477941"/>
              <a:ext cx="196452" cy="193565"/>
            </a:xfrm>
            <a:custGeom>
              <a:rect b="b" l="l" r="r" t="t"/>
              <a:pathLst>
                <a:path extrusionOk="0" h="3822" w="3879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98" name="Google Shape;13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525" y="1373200"/>
            <a:ext cx="4067326" cy="28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9"/>
          <p:cNvSpPr txBox="1"/>
          <p:nvPr>
            <p:ph type="title"/>
          </p:nvPr>
        </p:nvSpPr>
        <p:spPr>
          <a:xfrm>
            <a:off x="3451450" y="1941038"/>
            <a:ext cx="4911300" cy="14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grpSp>
        <p:nvGrpSpPr>
          <p:cNvPr id="1404" name="Google Shape;1404;p39"/>
          <p:cNvGrpSpPr/>
          <p:nvPr/>
        </p:nvGrpSpPr>
        <p:grpSpPr>
          <a:xfrm>
            <a:off x="286070" y="1379326"/>
            <a:ext cx="2583757" cy="2582627"/>
            <a:chOff x="699850" y="2299150"/>
            <a:chExt cx="1046225" cy="1045725"/>
          </a:xfrm>
        </p:grpSpPr>
        <p:sp>
          <p:nvSpPr>
            <p:cNvPr id="1405" name="Google Shape;1405;p39"/>
            <p:cNvSpPr/>
            <p:nvPr/>
          </p:nvSpPr>
          <p:spPr>
            <a:xfrm>
              <a:off x="1178075" y="2506950"/>
              <a:ext cx="225225" cy="137075"/>
            </a:xfrm>
            <a:custGeom>
              <a:rect b="b" l="l" r="r" t="t"/>
              <a:pathLst>
                <a:path extrusionOk="0" h="5483" w="9009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1106400" y="2607825"/>
              <a:ext cx="3050" cy="52450"/>
            </a:xfrm>
            <a:custGeom>
              <a:rect b="b" l="l" r="r" t="t"/>
              <a:pathLst>
                <a:path extrusionOk="0" h="2098" w="122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874500" y="2607825"/>
              <a:ext cx="159350" cy="393350"/>
            </a:xfrm>
            <a:custGeom>
              <a:rect b="b" l="l" r="r" t="t"/>
              <a:pathLst>
                <a:path extrusionOk="0" h="15734" w="6374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699850" y="2962250"/>
              <a:ext cx="191375" cy="190375"/>
            </a:xfrm>
            <a:custGeom>
              <a:rect b="b" l="l" r="r" t="t"/>
              <a:pathLst>
                <a:path extrusionOk="0" h="7615" w="7655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9"/>
            <p:cNvSpPr/>
            <p:nvPr/>
          </p:nvSpPr>
          <p:spPr>
            <a:xfrm>
              <a:off x="831825" y="2596225"/>
              <a:ext cx="95800" cy="95400"/>
            </a:xfrm>
            <a:custGeom>
              <a:rect b="b" l="l" r="r" t="t"/>
              <a:pathLst>
                <a:path extrusionOk="0" h="3816" w="3832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9"/>
            <p:cNvSpPr/>
            <p:nvPr/>
          </p:nvSpPr>
          <p:spPr>
            <a:xfrm>
              <a:off x="830200" y="2594850"/>
              <a:ext cx="98825" cy="98350"/>
            </a:xfrm>
            <a:custGeom>
              <a:rect b="b" l="l" r="r" t="t"/>
              <a:pathLst>
                <a:path extrusionOk="0" h="3934" w="3953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849225" y="2701300"/>
              <a:ext cx="3025" cy="246550"/>
            </a:xfrm>
            <a:custGeom>
              <a:rect b="b" l="l" r="r" t="t"/>
              <a:pathLst>
                <a:path extrusionOk="0" h="9862" w="12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9"/>
            <p:cNvSpPr/>
            <p:nvPr/>
          </p:nvSpPr>
          <p:spPr>
            <a:xfrm>
              <a:off x="888650" y="2354575"/>
              <a:ext cx="43150" cy="43400"/>
            </a:xfrm>
            <a:custGeom>
              <a:rect b="b" l="l" r="r" t="t"/>
              <a:pathLst>
                <a:path extrusionOk="0" h="1736" w="1726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1122175" y="3270875"/>
              <a:ext cx="44800" cy="44550"/>
            </a:xfrm>
            <a:custGeom>
              <a:rect b="b" l="l" r="r" t="t"/>
              <a:pathLst>
                <a:path extrusionOk="0" h="1782" w="1792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1306550" y="2306100"/>
              <a:ext cx="2825" cy="16500"/>
            </a:xfrm>
            <a:custGeom>
              <a:rect b="b" l="l" r="r" t="t"/>
              <a:pathLst>
                <a:path extrusionOk="0" h="660" w="11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1306550" y="2340900"/>
              <a:ext cx="2825" cy="16475"/>
            </a:xfrm>
            <a:custGeom>
              <a:rect b="b" l="l" r="r" t="t"/>
              <a:pathLst>
                <a:path extrusionOk="0" h="659" w="113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9"/>
            <p:cNvSpPr/>
            <p:nvPr/>
          </p:nvSpPr>
          <p:spPr>
            <a:xfrm>
              <a:off x="1317225" y="2330225"/>
              <a:ext cx="16500" cy="3050"/>
            </a:xfrm>
            <a:custGeom>
              <a:rect b="b" l="l" r="r" t="t"/>
              <a:pathLst>
                <a:path extrusionOk="0" h="122" w="66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9"/>
            <p:cNvSpPr/>
            <p:nvPr/>
          </p:nvSpPr>
          <p:spPr>
            <a:xfrm>
              <a:off x="1282425" y="2330225"/>
              <a:ext cx="16500" cy="3050"/>
            </a:xfrm>
            <a:custGeom>
              <a:rect b="b" l="l" r="r" t="t"/>
              <a:pathLst>
                <a:path extrusionOk="0" h="122" w="66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1290775" y="2339275"/>
              <a:ext cx="9775" cy="9525"/>
            </a:xfrm>
            <a:custGeom>
              <a:rect b="b" l="l" r="r" t="t"/>
              <a:pathLst>
                <a:path extrusionOk="0" h="381" w="391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9"/>
            <p:cNvSpPr/>
            <p:nvPr/>
          </p:nvSpPr>
          <p:spPr>
            <a:xfrm>
              <a:off x="1289400" y="2337775"/>
              <a:ext cx="12775" cy="12425"/>
            </a:xfrm>
            <a:custGeom>
              <a:rect b="b" l="l" r="r" t="t"/>
              <a:pathLst>
                <a:path extrusionOk="0" h="497" w="511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9"/>
            <p:cNvSpPr/>
            <p:nvPr/>
          </p:nvSpPr>
          <p:spPr>
            <a:xfrm>
              <a:off x="1315375" y="2314700"/>
              <a:ext cx="9750" cy="9525"/>
            </a:xfrm>
            <a:custGeom>
              <a:rect b="b" l="l" r="r" t="t"/>
              <a:pathLst>
                <a:path extrusionOk="0" h="381" w="39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9"/>
            <p:cNvSpPr/>
            <p:nvPr/>
          </p:nvSpPr>
          <p:spPr>
            <a:xfrm>
              <a:off x="1313975" y="2313175"/>
              <a:ext cx="12775" cy="12450"/>
            </a:xfrm>
            <a:custGeom>
              <a:rect b="b" l="l" r="r" t="t"/>
              <a:pathLst>
                <a:path extrusionOk="0" h="498" w="511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9"/>
            <p:cNvSpPr/>
            <p:nvPr/>
          </p:nvSpPr>
          <p:spPr>
            <a:xfrm>
              <a:off x="1290775" y="2314700"/>
              <a:ext cx="9775" cy="9525"/>
            </a:xfrm>
            <a:custGeom>
              <a:rect b="b" l="l" r="r" t="t"/>
              <a:pathLst>
                <a:path extrusionOk="0" h="381" w="391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9"/>
            <p:cNvSpPr/>
            <p:nvPr/>
          </p:nvSpPr>
          <p:spPr>
            <a:xfrm>
              <a:off x="1289400" y="2313175"/>
              <a:ext cx="12775" cy="12450"/>
            </a:xfrm>
            <a:custGeom>
              <a:rect b="b" l="l" r="r" t="t"/>
              <a:pathLst>
                <a:path extrusionOk="0" h="498" w="511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9"/>
            <p:cNvSpPr/>
            <p:nvPr/>
          </p:nvSpPr>
          <p:spPr>
            <a:xfrm>
              <a:off x="1315375" y="2339275"/>
              <a:ext cx="9750" cy="9525"/>
            </a:xfrm>
            <a:custGeom>
              <a:rect b="b" l="l" r="r" t="t"/>
              <a:pathLst>
                <a:path extrusionOk="0" h="381" w="39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9"/>
            <p:cNvSpPr/>
            <p:nvPr/>
          </p:nvSpPr>
          <p:spPr>
            <a:xfrm>
              <a:off x="1313975" y="2337775"/>
              <a:ext cx="12775" cy="12425"/>
            </a:xfrm>
            <a:custGeom>
              <a:rect b="b" l="l" r="r" t="t"/>
              <a:pathLst>
                <a:path extrusionOk="0" h="497" w="511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791475" y="2851575"/>
              <a:ext cx="19500" cy="19500"/>
            </a:xfrm>
            <a:custGeom>
              <a:rect b="b" l="l" r="r" t="t"/>
              <a:pathLst>
                <a:path extrusionOk="0" h="780" w="78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9"/>
            <p:cNvSpPr/>
            <p:nvPr/>
          </p:nvSpPr>
          <p:spPr>
            <a:xfrm>
              <a:off x="745550" y="2652125"/>
              <a:ext cx="12550" cy="12775"/>
            </a:xfrm>
            <a:custGeom>
              <a:rect b="b" l="l" r="r" t="t"/>
              <a:pathLst>
                <a:path extrusionOk="0" h="511" w="502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1494175" y="2299150"/>
              <a:ext cx="12550" cy="12550"/>
            </a:xfrm>
            <a:custGeom>
              <a:rect b="b" l="l" r="r" t="t"/>
              <a:pathLst>
                <a:path extrusionOk="0" h="502" w="502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9"/>
            <p:cNvSpPr/>
            <p:nvPr/>
          </p:nvSpPr>
          <p:spPr>
            <a:xfrm>
              <a:off x="1219575" y="3181350"/>
              <a:ext cx="197175" cy="123175"/>
            </a:xfrm>
            <a:custGeom>
              <a:rect b="b" l="l" r="r" t="t"/>
              <a:pathLst>
                <a:path extrusionOk="0" h="4927" w="7887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9"/>
            <p:cNvSpPr/>
            <p:nvPr/>
          </p:nvSpPr>
          <p:spPr>
            <a:xfrm>
              <a:off x="1218200" y="3179975"/>
              <a:ext cx="200175" cy="125950"/>
            </a:xfrm>
            <a:custGeom>
              <a:rect b="b" l="l" r="r" t="t"/>
              <a:pathLst>
                <a:path extrusionOk="0" h="5038" w="8007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1173675" y="3304500"/>
              <a:ext cx="335375" cy="40375"/>
            </a:xfrm>
            <a:custGeom>
              <a:rect b="b" l="l" r="r" t="t"/>
              <a:pathLst>
                <a:path extrusionOk="0" h="1615" w="13415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1230950" y="3197350"/>
              <a:ext cx="181625" cy="66600"/>
            </a:xfrm>
            <a:custGeom>
              <a:rect b="b" l="l" r="r" t="t"/>
              <a:pathLst>
                <a:path extrusionOk="0" h="2664" w="7265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965175" y="2671850"/>
              <a:ext cx="779500" cy="525525"/>
            </a:xfrm>
            <a:custGeom>
              <a:rect b="b" l="l" r="r" t="t"/>
              <a:pathLst>
                <a:path extrusionOk="0" h="21021" w="3118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963550" y="2670450"/>
              <a:ext cx="782525" cy="528325"/>
            </a:xfrm>
            <a:custGeom>
              <a:rect b="b" l="l" r="r" t="t"/>
              <a:pathLst>
                <a:path extrusionOk="0" h="21133" w="31301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938975" y="2671850"/>
              <a:ext cx="761625" cy="526700"/>
            </a:xfrm>
            <a:custGeom>
              <a:rect b="b" l="l" r="r" t="t"/>
              <a:pathLst>
                <a:path extrusionOk="0" h="21068" w="30465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937575" y="2670450"/>
              <a:ext cx="772775" cy="529475"/>
            </a:xfrm>
            <a:custGeom>
              <a:rect b="b" l="l" r="r" t="t"/>
              <a:pathLst>
                <a:path extrusionOk="0" h="21179" w="30911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1012725" y="2700375"/>
              <a:ext cx="688800" cy="404700"/>
            </a:xfrm>
            <a:custGeom>
              <a:rect b="b" l="l" r="r" t="t"/>
              <a:pathLst>
                <a:path extrusionOk="0" h="16188" w="27552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1011325" y="2698975"/>
              <a:ext cx="691600" cy="407500"/>
            </a:xfrm>
            <a:custGeom>
              <a:rect b="b" l="l" r="r" t="t"/>
              <a:pathLst>
                <a:path extrusionOk="0" h="16300" w="27664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1011325" y="2862250"/>
              <a:ext cx="2800" cy="82125"/>
            </a:xfrm>
            <a:custGeom>
              <a:rect b="b" l="l" r="r" t="t"/>
              <a:pathLst>
                <a:path extrusionOk="0" h="3285" w="11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968425" y="3105050"/>
              <a:ext cx="773475" cy="89775"/>
            </a:xfrm>
            <a:custGeom>
              <a:rect b="b" l="l" r="r" t="t"/>
              <a:pathLst>
                <a:path extrusionOk="0" h="3591" w="30939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967025" y="3103675"/>
              <a:ext cx="776250" cy="92550"/>
            </a:xfrm>
            <a:custGeom>
              <a:rect b="b" l="l" r="r" t="t"/>
              <a:pathLst>
                <a:path extrusionOk="0" h="3702" w="3105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1330450" y="3129400"/>
              <a:ext cx="45250" cy="45250"/>
            </a:xfrm>
            <a:custGeom>
              <a:rect b="b" l="l" r="r" t="t"/>
              <a:pathLst>
                <a:path extrusionOk="0" h="1810" w="181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9"/>
            <p:cNvSpPr/>
            <p:nvPr/>
          </p:nvSpPr>
          <p:spPr>
            <a:xfrm>
              <a:off x="1348075" y="2680875"/>
              <a:ext cx="10000" cy="9775"/>
            </a:xfrm>
            <a:custGeom>
              <a:rect b="b" l="l" r="r" t="t"/>
              <a:pathLst>
                <a:path extrusionOk="0" h="391" w="40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9"/>
            <p:cNvSpPr/>
            <p:nvPr/>
          </p:nvSpPr>
          <p:spPr>
            <a:xfrm>
              <a:off x="1346675" y="2679500"/>
              <a:ext cx="12775" cy="12775"/>
            </a:xfrm>
            <a:custGeom>
              <a:rect b="b" l="l" r="r" t="t"/>
              <a:pathLst>
                <a:path extrusionOk="0" h="511" w="511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9"/>
            <p:cNvSpPr/>
            <p:nvPr/>
          </p:nvSpPr>
          <p:spPr>
            <a:xfrm>
              <a:off x="1345975" y="2836725"/>
              <a:ext cx="3050" cy="37375"/>
            </a:xfrm>
            <a:custGeom>
              <a:rect b="b" l="l" r="r" t="t"/>
              <a:pathLst>
                <a:path extrusionOk="0" h="1495" w="122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9"/>
            <p:cNvSpPr/>
            <p:nvPr/>
          </p:nvSpPr>
          <p:spPr>
            <a:xfrm>
              <a:off x="1345750" y="2953850"/>
              <a:ext cx="3050" cy="47575"/>
            </a:xfrm>
            <a:custGeom>
              <a:rect b="b" l="l" r="r" t="t"/>
              <a:pathLst>
                <a:path extrusionOk="0" h="1903" w="12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9"/>
            <p:cNvSpPr/>
            <p:nvPr/>
          </p:nvSpPr>
          <p:spPr>
            <a:xfrm>
              <a:off x="1144450" y="3030625"/>
              <a:ext cx="37125" cy="2800"/>
            </a:xfrm>
            <a:custGeom>
              <a:rect b="b" l="l" r="r" t="t"/>
              <a:pathLst>
                <a:path extrusionOk="0" h="112" w="1485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9"/>
            <p:cNvSpPr/>
            <p:nvPr/>
          </p:nvSpPr>
          <p:spPr>
            <a:xfrm>
              <a:off x="1069300" y="2755800"/>
              <a:ext cx="323775" cy="82125"/>
            </a:xfrm>
            <a:custGeom>
              <a:rect b="b" l="l" r="r" t="t"/>
              <a:pathLst>
                <a:path extrusionOk="0" h="3285" w="12951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1067925" y="2754400"/>
              <a:ext cx="326775" cy="84900"/>
            </a:xfrm>
            <a:custGeom>
              <a:rect b="b" l="l" r="r" t="t"/>
              <a:pathLst>
                <a:path extrusionOk="0" h="3396" w="13071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1070000" y="2873150"/>
              <a:ext cx="80725" cy="80725"/>
            </a:xfrm>
            <a:custGeom>
              <a:rect b="b" l="l" r="r" t="t"/>
              <a:pathLst>
                <a:path extrusionOk="0" h="3229" w="3229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1068600" y="2871750"/>
              <a:ext cx="83525" cy="83525"/>
            </a:xfrm>
            <a:custGeom>
              <a:rect b="b" l="l" r="r" t="t"/>
              <a:pathLst>
                <a:path extrusionOk="0" h="3341" w="3341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1190825" y="2873150"/>
              <a:ext cx="80725" cy="80725"/>
            </a:xfrm>
            <a:custGeom>
              <a:rect b="b" l="l" r="r" t="t"/>
              <a:pathLst>
                <a:path extrusionOk="0" h="3229" w="3229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1189450" y="2871750"/>
              <a:ext cx="83500" cy="83525"/>
            </a:xfrm>
            <a:custGeom>
              <a:rect b="b" l="l" r="r" t="t"/>
              <a:pathLst>
                <a:path extrusionOk="0" h="3341" w="334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9"/>
            <p:cNvSpPr/>
            <p:nvPr/>
          </p:nvSpPr>
          <p:spPr>
            <a:xfrm>
              <a:off x="1309350" y="2873150"/>
              <a:ext cx="80500" cy="80725"/>
            </a:xfrm>
            <a:custGeom>
              <a:rect b="b" l="l" r="r" t="t"/>
              <a:pathLst>
                <a:path extrusionOk="0" h="3229" w="322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1307950" y="2871750"/>
              <a:ext cx="83500" cy="83525"/>
            </a:xfrm>
            <a:custGeom>
              <a:rect b="b" l="l" r="r" t="t"/>
              <a:pathLst>
                <a:path extrusionOk="0" h="3341" w="334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9"/>
            <p:cNvSpPr/>
            <p:nvPr/>
          </p:nvSpPr>
          <p:spPr>
            <a:xfrm>
              <a:off x="1180850" y="3001400"/>
              <a:ext cx="207375" cy="61700"/>
            </a:xfrm>
            <a:custGeom>
              <a:rect b="b" l="l" r="r" t="t"/>
              <a:pathLst>
                <a:path extrusionOk="0" h="2468" w="8295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9"/>
            <p:cNvSpPr/>
            <p:nvPr/>
          </p:nvSpPr>
          <p:spPr>
            <a:xfrm>
              <a:off x="1179475" y="2999775"/>
              <a:ext cx="210125" cy="64950"/>
            </a:xfrm>
            <a:custGeom>
              <a:rect b="b" l="l" r="r" t="t"/>
              <a:pathLst>
                <a:path extrusionOk="0" h="2598" w="8405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1458450" y="2935300"/>
              <a:ext cx="70075" cy="2800"/>
            </a:xfrm>
            <a:custGeom>
              <a:rect b="b" l="l" r="r" t="t"/>
              <a:pathLst>
                <a:path extrusionOk="0" h="112" w="2803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1553325" y="2935300"/>
              <a:ext cx="84425" cy="2800"/>
            </a:xfrm>
            <a:custGeom>
              <a:rect b="b" l="l" r="r" t="t"/>
              <a:pathLst>
                <a:path extrusionOk="0" h="112" w="3377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1458450" y="3043125"/>
              <a:ext cx="125500" cy="2825"/>
            </a:xfrm>
            <a:custGeom>
              <a:rect b="b" l="l" r="r" t="t"/>
              <a:pathLst>
                <a:path extrusionOk="0" h="113" w="502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1458450" y="2972625"/>
              <a:ext cx="195775" cy="2825"/>
            </a:xfrm>
            <a:custGeom>
              <a:rect b="b" l="l" r="r" t="t"/>
              <a:pathLst>
                <a:path extrusionOk="0" h="113" w="7831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1458450" y="3008125"/>
              <a:ext cx="64050" cy="3025"/>
            </a:xfrm>
            <a:custGeom>
              <a:rect b="b" l="l" r="r" t="t"/>
              <a:pathLst>
                <a:path extrusionOk="0" h="121" w="2562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1538475" y="3008125"/>
              <a:ext cx="113900" cy="3025"/>
            </a:xfrm>
            <a:custGeom>
              <a:rect b="b" l="l" r="r" t="t"/>
              <a:pathLst>
                <a:path extrusionOk="0" h="121" w="4556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1457300" y="2753925"/>
              <a:ext cx="203425" cy="24400"/>
            </a:xfrm>
            <a:custGeom>
              <a:rect b="b" l="l" r="r" t="t"/>
              <a:pathLst>
                <a:path extrusionOk="0" h="976" w="8137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1478875" y="2760425"/>
              <a:ext cx="10225" cy="10475"/>
            </a:xfrm>
            <a:custGeom>
              <a:rect b="b" l="l" r="r" t="t"/>
              <a:pathLst>
                <a:path extrusionOk="0" h="419" w="409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1493475" y="2760425"/>
              <a:ext cx="10475" cy="10475"/>
            </a:xfrm>
            <a:custGeom>
              <a:rect b="b" l="l" r="r" t="t"/>
              <a:pathLst>
                <a:path extrusionOk="0" h="419" w="419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9"/>
            <p:cNvSpPr/>
            <p:nvPr/>
          </p:nvSpPr>
          <p:spPr>
            <a:xfrm>
              <a:off x="1464250" y="2760425"/>
              <a:ext cx="10475" cy="10475"/>
            </a:xfrm>
            <a:custGeom>
              <a:rect b="b" l="l" r="r" t="t"/>
              <a:pathLst>
                <a:path extrusionOk="0" h="419" w="419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9"/>
            <p:cNvSpPr/>
            <p:nvPr/>
          </p:nvSpPr>
          <p:spPr>
            <a:xfrm>
              <a:off x="1457075" y="2778300"/>
              <a:ext cx="203400" cy="119450"/>
            </a:xfrm>
            <a:custGeom>
              <a:rect b="b" l="l" r="r" t="t"/>
              <a:pathLst>
                <a:path extrusionOk="0" h="4778" w="8136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9"/>
            <p:cNvSpPr/>
            <p:nvPr/>
          </p:nvSpPr>
          <p:spPr>
            <a:xfrm>
              <a:off x="1541250" y="2805875"/>
              <a:ext cx="94200" cy="2825"/>
            </a:xfrm>
            <a:custGeom>
              <a:rect b="b" l="l" r="r" t="t"/>
              <a:pathLst>
                <a:path extrusionOk="0" h="113" w="3768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9"/>
            <p:cNvSpPr/>
            <p:nvPr/>
          </p:nvSpPr>
          <p:spPr>
            <a:xfrm>
              <a:off x="1541025" y="2819800"/>
              <a:ext cx="35050" cy="2800"/>
            </a:xfrm>
            <a:custGeom>
              <a:rect b="b" l="l" r="r" t="t"/>
              <a:pathLst>
                <a:path extrusionOk="0" h="112" w="1402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1586475" y="2819800"/>
              <a:ext cx="42000" cy="2800"/>
            </a:xfrm>
            <a:custGeom>
              <a:rect b="b" l="l" r="r" t="t"/>
              <a:pathLst>
                <a:path extrusionOk="0" h="112" w="168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9"/>
            <p:cNvSpPr/>
            <p:nvPr/>
          </p:nvSpPr>
          <p:spPr>
            <a:xfrm>
              <a:off x="1541250" y="2861775"/>
              <a:ext cx="61500" cy="2800"/>
            </a:xfrm>
            <a:custGeom>
              <a:rect b="b" l="l" r="r" t="t"/>
              <a:pathLst>
                <a:path extrusionOk="0" h="112" w="246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9"/>
            <p:cNvSpPr/>
            <p:nvPr/>
          </p:nvSpPr>
          <p:spPr>
            <a:xfrm>
              <a:off x="1541250" y="2834175"/>
              <a:ext cx="95125" cy="3050"/>
            </a:xfrm>
            <a:custGeom>
              <a:rect b="b" l="l" r="r" t="t"/>
              <a:pathLst>
                <a:path extrusionOk="0" h="122" w="3805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9"/>
            <p:cNvSpPr/>
            <p:nvPr/>
          </p:nvSpPr>
          <p:spPr>
            <a:xfrm>
              <a:off x="1541250" y="2848100"/>
              <a:ext cx="32025" cy="3025"/>
            </a:xfrm>
            <a:custGeom>
              <a:rect b="b" l="l" r="r" t="t"/>
              <a:pathLst>
                <a:path extrusionOk="0" h="121" w="128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9"/>
            <p:cNvSpPr/>
            <p:nvPr/>
          </p:nvSpPr>
          <p:spPr>
            <a:xfrm>
              <a:off x="1579300" y="2848100"/>
              <a:ext cx="56150" cy="3025"/>
            </a:xfrm>
            <a:custGeom>
              <a:rect b="b" l="l" r="r" t="t"/>
              <a:pathLst>
                <a:path extrusionOk="0" h="121" w="2246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9"/>
            <p:cNvSpPr/>
            <p:nvPr/>
          </p:nvSpPr>
          <p:spPr>
            <a:xfrm>
              <a:off x="1472150" y="2805425"/>
              <a:ext cx="26700" cy="32500"/>
            </a:xfrm>
            <a:custGeom>
              <a:rect b="b" l="l" r="r" t="t"/>
              <a:pathLst>
                <a:path extrusionOk="0" h="1300" w="1068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1530600" y="2828375"/>
              <a:ext cx="475" cy="5825"/>
            </a:xfrm>
            <a:custGeom>
              <a:rect b="b" l="l" r="r" t="t"/>
              <a:pathLst>
                <a:path extrusionOk="0" h="233" w="19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1474925" y="2836975"/>
              <a:ext cx="32500" cy="24525"/>
            </a:xfrm>
            <a:custGeom>
              <a:rect b="b" l="l" r="r" t="t"/>
              <a:pathLst>
                <a:path extrusionOk="0" h="981" w="130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1497900" y="2804975"/>
              <a:ext cx="33175" cy="56125"/>
            </a:xfrm>
            <a:custGeom>
              <a:rect b="b" l="l" r="r" t="t"/>
              <a:pathLst>
                <a:path extrusionOk="0" h="2245" w="1327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762025" y="3044525"/>
              <a:ext cx="317750" cy="226600"/>
            </a:xfrm>
            <a:custGeom>
              <a:rect b="b" l="l" r="r" t="t"/>
              <a:pathLst>
                <a:path extrusionOk="0" h="9064" w="1271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762025" y="3044525"/>
              <a:ext cx="317750" cy="226600"/>
            </a:xfrm>
            <a:custGeom>
              <a:rect b="b" l="l" r="r" t="t"/>
              <a:pathLst>
                <a:path extrusionOk="0" h="9064" w="1271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779875" y="3027375"/>
              <a:ext cx="317750" cy="38275"/>
            </a:xfrm>
            <a:custGeom>
              <a:rect b="b" l="l" r="r" t="t"/>
              <a:pathLst>
                <a:path extrusionOk="0" h="1531" w="1271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778250" y="3025975"/>
              <a:ext cx="320775" cy="41075"/>
            </a:xfrm>
            <a:custGeom>
              <a:rect b="b" l="l" r="r" t="t"/>
              <a:pathLst>
                <a:path extrusionOk="0" h="1643" w="12831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9"/>
            <p:cNvSpPr/>
            <p:nvPr/>
          </p:nvSpPr>
          <p:spPr>
            <a:xfrm>
              <a:off x="814200" y="3038725"/>
              <a:ext cx="14625" cy="14650"/>
            </a:xfrm>
            <a:custGeom>
              <a:rect b="b" l="l" r="r" t="t"/>
              <a:pathLst>
                <a:path extrusionOk="0" h="586" w="585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837150" y="3038725"/>
              <a:ext cx="14650" cy="14650"/>
            </a:xfrm>
            <a:custGeom>
              <a:rect b="b" l="l" r="r" t="t"/>
              <a:pathLst>
                <a:path extrusionOk="0" h="586" w="586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791475" y="3038725"/>
              <a:ext cx="14625" cy="14650"/>
            </a:xfrm>
            <a:custGeom>
              <a:rect b="b" l="l" r="r" t="t"/>
              <a:pathLst>
                <a:path extrusionOk="0" h="586" w="585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779650" y="3065625"/>
              <a:ext cx="317975" cy="186725"/>
            </a:xfrm>
            <a:custGeom>
              <a:rect b="b" l="l" r="r" t="t"/>
              <a:pathLst>
                <a:path extrusionOk="0" h="7469" w="12719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778250" y="3064000"/>
              <a:ext cx="320775" cy="189750"/>
            </a:xfrm>
            <a:custGeom>
              <a:rect b="b" l="l" r="r" t="t"/>
              <a:pathLst>
                <a:path extrusionOk="0" h="7590" w="12831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911825" y="3109475"/>
              <a:ext cx="145675" cy="2800"/>
            </a:xfrm>
            <a:custGeom>
              <a:rect b="b" l="l" r="r" t="t"/>
              <a:pathLst>
                <a:path extrusionOk="0" h="112" w="5827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911825" y="3131025"/>
              <a:ext cx="52900" cy="3050"/>
            </a:xfrm>
            <a:custGeom>
              <a:rect b="b" l="l" r="r" t="t"/>
              <a:pathLst>
                <a:path extrusionOk="0" h="122" w="2116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982575" y="3131025"/>
              <a:ext cx="63800" cy="3050"/>
            </a:xfrm>
            <a:custGeom>
              <a:rect b="b" l="l" r="r" t="t"/>
              <a:pathLst>
                <a:path extrusionOk="0" h="122" w="255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911825" y="3196900"/>
              <a:ext cx="94425" cy="2800"/>
            </a:xfrm>
            <a:custGeom>
              <a:rect b="b" l="l" r="r" t="t"/>
              <a:pathLst>
                <a:path extrusionOk="0" h="112" w="3777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911825" y="3153750"/>
              <a:ext cx="147075" cy="3050"/>
            </a:xfrm>
            <a:custGeom>
              <a:rect b="b" l="l" r="r" t="t"/>
              <a:pathLst>
                <a:path extrusionOk="0" h="122" w="5883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911825" y="3175550"/>
              <a:ext cx="48500" cy="2825"/>
            </a:xfrm>
            <a:custGeom>
              <a:rect b="b" l="l" r="r" t="t"/>
              <a:pathLst>
                <a:path extrusionOk="0" h="113" w="194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971425" y="3175550"/>
              <a:ext cx="86075" cy="2825"/>
            </a:xfrm>
            <a:custGeom>
              <a:rect b="b" l="l" r="r" t="t"/>
              <a:pathLst>
                <a:path extrusionOk="0" h="113" w="3443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803075" y="3107850"/>
              <a:ext cx="41750" cy="50800"/>
            </a:xfrm>
            <a:custGeom>
              <a:rect b="b" l="l" r="r" t="t"/>
              <a:pathLst>
                <a:path extrusionOk="0" h="2032" w="167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894200" y="3144025"/>
              <a:ext cx="725" cy="8825"/>
            </a:xfrm>
            <a:custGeom>
              <a:rect b="b" l="l" r="r" t="t"/>
              <a:pathLst>
                <a:path extrusionOk="0" h="353" w="29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807250" y="3157250"/>
              <a:ext cx="50800" cy="38250"/>
            </a:xfrm>
            <a:custGeom>
              <a:rect b="b" l="l" r="r" t="t"/>
              <a:pathLst>
                <a:path extrusionOk="0" h="1530" w="2032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843425" y="3107175"/>
              <a:ext cx="51500" cy="87650"/>
            </a:xfrm>
            <a:custGeom>
              <a:rect b="b" l="l" r="r" t="t"/>
              <a:pathLst>
                <a:path extrusionOk="0" h="3506" w="206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1033825" y="2993500"/>
              <a:ext cx="104150" cy="104150"/>
            </a:xfrm>
            <a:custGeom>
              <a:rect b="b" l="l" r="r" t="t"/>
              <a:pathLst>
                <a:path extrusionOk="0" h="4166" w="4166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1032425" y="2991875"/>
              <a:ext cx="106950" cy="107175"/>
            </a:xfrm>
            <a:custGeom>
              <a:rect b="b" l="l" r="r" t="t"/>
              <a:pathLst>
                <a:path extrusionOk="0" h="4287" w="4278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1038450" y="2988400"/>
              <a:ext cx="104175" cy="104150"/>
            </a:xfrm>
            <a:custGeom>
              <a:rect b="b" l="l" r="r" t="t"/>
              <a:pathLst>
                <a:path extrusionOk="0" h="4166" w="4167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1037075" y="2986775"/>
              <a:ext cx="107175" cy="107175"/>
            </a:xfrm>
            <a:custGeom>
              <a:rect b="b" l="l" r="r" t="t"/>
              <a:pathLst>
                <a:path extrusionOk="0" h="4287" w="4287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1065350" y="3040125"/>
              <a:ext cx="49200" cy="24700"/>
            </a:xfrm>
            <a:custGeom>
              <a:rect b="b" l="l" r="r" t="t"/>
              <a:pathLst>
                <a:path extrusionOk="0" h="988" w="1968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1063975" y="3038725"/>
              <a:ext cx="51975" cy="27625"/>
            </a:xfrm>
            <a:custGeom>
              <a:rect b="b" l="l" r="r" t="t"/>
              <a:pathLst>
                <a:path extrusionOk="0" h="1105" w="2079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1076250" y="3008825"/>
              <a:ext cx="27875" cy="28075"/>
            </a:xfrm>
            <a:custGeom>
              <a:rect b="b" l="l" r="r" t="t"/>
              <a:pathLst>
                <a:path extrusionOk="0" h="1123" w="1115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1074875" y="3007425"/>
              <a:ext cx="30625" cy="30875"/>
            </a:xfrm>
            <a:custGeom>
              <a:rect b="b" l="l" r="r" t="t"/>
              <a:pathLst>
                <a:path extrusionOk="0" h="1235" w="1225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1418350" y="2437150"/>
              <a:ext cx="234950" cy="153550"/>
            </a:xfrm>
            <a:custGeom>
              <a:rect b="b" l="l" r="r" t="t"/>
              <a:pathLst>
                <a:path extrusionOk="0" h="6142" w="9398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1416950" y="2435750"/>
              <a:ext cx="237975" cy="156575"/>
            </a:xfrm>
            <a:custGeom>
              <a:rect b="b" l="l" r="r" t="t"/>
              <a:pathLst>
                <a:path extrusionOk="0" h="6263" w="9519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1410675" y="2356900"/>
              <a:ext cx="295975" cy="86050"/>
            </a:xfrm>
            <a:custGeom>
              <a:rect b="b" l="l" r="r" t="t"/>
              <a:pathLst>
                <a:path extrusionOk="0" h="3442" w="11839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1409075" y="2355500"/>
              <a:ext cx="298950" cy="88850"/>
            </a:xfrm>
            <a:custGeom>
              <a:rect b="b" l="l" r="r" t="t"/>
              <a:pathLst>
                <a:path extrusionOk="0" h="3554" w="11958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1410675" y="2450825"/>
              <a:ext cx="295975" cy="86075"/>
            </a:xfrm>
            <a:custGeom>
              <a:rect b="b" l="l" r="r" t="t"/>
              <a:pathLst>
                <a:path extrusionOk="0" h="3443" w="11839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1409075" y="2449425"/>
              <a:ext cx="298950" cy="88850"/>
            </a:xfrm>
            <a:custGeom>
              <a:rect b="b" l="l" r="r" t="t"/>
              <a:pathLst>
                <a:path extrusionOk="0" h="3554" w="11958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1410675" y="2546825"/>
              <a:ext cx="295975" cy="85850"/>
            </a:xfrm>
            <a:custGeom>
              <a:rect b="b" l="l" r="r" t="t"/>
              <a:pathLst>
                <a:path extrusionOk="0" h="3434" w="11839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1409075" y="2545225"/>
              <a:ext cx="298950" cy="89075"/>
            </a:xfrm>
            <a:custGeom>
              <a:rect b="b" l="l" r="r" t="t"/>
              <a:pathLst>
                <a:path extrusionOk="0" h="3563" w="11958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1458000" y="2356900"/>
              <a:ext cx="262100" cy="86050"/>
            </a:xfrm>
            <a:custGeom>
              <a:rect b="b" l="l" r="r" t="t"/>
              <a:pathLst>
                <a:path extrusionOk="0" h="3442" w="10484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1456600" y="2355500"/>
              <a:ext cx="264875" cy="88850"/>
            </a:xfrm>
            <a:custGeom>
              <a:rect b="b" l="l" r="r" t="t"/>
              <a:pathLst>
                <a:path extrusionOk="0" h="3554" w="10595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1485375" y="2386825"/>
              <a:ext cx="26450" cy="26225"/>
            </a:xfrm>
            <a:custGeom>
              <a:rect b="b" l="l" r="r" t="t"/>
              <a:pathLst>
                <a:path extrusionOk="0" h="1049" w="1058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1483975" y="2385200"/>
              <a:ext cx="29250" cy="29475"/>
            </a:xfrm>
            <a:custGeom>
              <a:rect b="b" l="l" r="r" t="t"/>
              <a:pathLst>
                <a:path extrusionOk="0" h="1179" w="117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1539400" y="2382875"/>
              <a:ext cx="155175" cy="34125"/>
            </a:xfrm>
            <a:custGeom>
              <a:rect b="b" l="l" r="r" t="t"/>
              <a:pathLst>
                <a:path extrusionOk="0" h="1365" w="6207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1537775" y="2381250"/>
              <a:ext cx="158425" cy="37125"/>
            </a:xfrm>
            <a:custGeom>
              <a:rect b="b" l="l" r="r" t="t"/>
              <a:pathLst>
                <a:path extrusionOk="0" h="1485" w="6337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1552850" y="2392600"/>
              <a:ext cx="54300" cy="3050"/>
            </a:xfrm>
            <a:custGeom>
              <a:rect b="b" l="l" r="r" t="t"/>
              <a:pathLst>
                <a:path extrusionOk="0" h="122" w="2172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1614300" y="2392600"/>
              <a:ext cx="33675" cy="3050"/>
            </a:xfrm>
            <a:custGeom>
              <a:rect b="b" l="l" r="r" t="t"/>
              <a:pathLst>
                <a:path extrusionOk="0" h="122" w="1347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1557025" y="2403750"/>
              <a:ext cx="33650" cy="3025"/>
            </a:xfrm>
            <a:custGeom>
              <a:rect b="b" l="l" r="r" t="t"/>
              <a:pathLst>
                <a:path extrusionOk="0" h="121" w="1346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1657450" y="2392600"/>
              <a:ext cx="20900" cy="3050"/>
            </a:xfrm>
            <a:custGeom>
              <a:rect b="b" l="l" r="r" t="t"/>
              <a:pathLst>
                <a:path extrusionOk="0" h="122" w="836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1612925" y="2404675"/>
              <a:ext cx="20900" cy="3025"/>
            </a:xfrm>
            <a:custGeom>
              <a:rect b="b" l="l" r="r" t="t"/>
              <a:pathLst>
                <a:path extrusionOk="0" h="121" w="836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1458000" y="2450825"/>
              <a:ext cx="262100" cy="86075"/>
            </a:xfrm>
            <a:custGeom>
              <a:rect b="b" l="l" r="r" t="t"/>
              <a:pathLst>
                <a:path extrusionOk="0" h="3443" w="10484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1456600" y="2449425"/>
              <a:ext cx="264875" cy="88850"/>
            </a:xfrm>
            <a:custGeom>
              <a:rect b="b" l="l" r="r" t="t"/>
              <a:pathLst>
                <a:path extrusionOk="0" h="3554" w="10595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1485375" y="2480500"/>
              <a:ext cx="26450" cy="26475"/>
            </a:xfrm>
            <a:custGeom>
              <a:rect b="b" l="l" r="r" t="t"/>
              <a:pathLst>
                <a:path extrusionOk="0" h="1059" w="1058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1483975" y="2479125"/>
              <a:ext cx="29250" cy="29475"/>
            </a:xfrm>
            <a:custGeom>
              <a:rect b="b" l="l" r="r" t="t"/>
              <a:pathLst>
                <a:path extrusionOk="0" h="1179" w="117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1539400" y="2476800"/>
              <a:ext cx="155175" cy="34125"/>
            </a:xfrm>
            <a:custGeom>
              <a:rect b="b" l="l" r="r" t="t"/>
              <a:pathLst>
                <a:path extrusionOk="0" h="1365" w="6207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1537775" y="2475175"/>
              <a:ext cx="158425" cy="37125"/>
            </a:xfrm>
            <a:custGeom>
              <a:rect b="b" l="l" r="r" t="t"/>
              <a:pathLst>
                <a:path extrusionOk="0" h="1485" w="6337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1552850" y="2486550"/>
              <a:ext cx="54300" cy="3025"/>
            </a:xfrm>
            <a:custGeom>
              <a:rect b="b" l="l" r="r" t="t"/>
              <a:pathLst>
                <a:path extrusionOk="0" h="121" w="2172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1614300" y="2486550"/>
              <a:ext cx="33675" cy="3025"/>
            </a:xfrm>
            <a:custGeom>
              <a:rect b="b" l="l" r="r" t="t"/>
              <a:pathLst>
                <a:path extrusionOk="0" h="121" w="1347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1557025" y="2497675"/>
              <a:ext cx="33650" cy="3025"/>
            </a:xfrm>
            <a:custGeom>
              <a:rect b="b" l="l" r="r" t="t"/>
              <a:pathLst>
                <a:path extrusionOk="0" h="121" w="1346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1657450" y="2486550"/>
              <a:ext cx="20900" cy="3025"/>
            </a:xfrm>
            <a:custGeom>
              <a:rect b="b" l="l" r="r" t="t"/>
              <a:pathLst>
                <a:path extrusionOk="0" h="121" w="83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1612925" y="2498600"/>
              <a:ext cx="20900" cy="3025"/>
            </a:xfrm>
            <a:custGeom>
              <a:rect b="b" l="l" r="r" t="t"/>
              <a:pathLst>
                <a:path extrusionOk="0" h="121" w="836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1471450" y="2442950"/>
              <a:ext cx="235200" cy="7900"/>
            </a:xfrm>
            <a:custGeom>
              <a:rect b="b" l="l" r="r" t="t"/>
              <a:pathLst>
                <a:path extrusionOk="0" h="316" w="9408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1470050" y="2441550"/>
              <a:ext cx="237975" cy="10700"/>
            </a:xfrm>
            <a:custGeom>
              <a:rect b="b" l="l" r="r" t="t"/>
              <a:pathLst>
                <a:path extrusionOk="0" h="428" w="9519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1458000" y="2546825"/>
              <a:ext cx="262100" cy="85850"/>
            </a:xfrm>
            <a:custGeom>
              <a:rect b="b" l="l" r="r" t="t"/>
              <a:pathLst>
                <a:path extrusionOk="0" h="3434" w="10484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1456600" y="2545450"/>
              <a:ext cx="264875" cy="88850"/>
            </a:xfrm>
            <a:custGeom>
              <a:rect b="b" l="l" r="r" t="t"/>
              <a:pathLst>
                <a:path extrusionOk="0" h="3554" w="10595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1485375" y="2576525"/>
              <a:ext cx="26450" cy="26450"/>
            </a:xfrm>
            <a:custGeom>
              <a:rect b="b" l="l" r="r" t="t"/>
              <a:pathLst>
                <a:path extrusionOk="0" h="1058" w="1058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1483975" y="2575125"/>
              <a:ext cx="29250" cy="29250"/>
            </a:xfrm>
            <a:custGeom>
              <a:rect b="b" l="l" r="r" t="t"/>
              <a:pathLst>
                <a:path extrusionOk="0" h="1170" w="117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1539400" y="2572575"/>
              <a:ext cx="155175" cy="34350"/>
            </a:xfrm>
            <a:custGeom>
              <a:rect b="b" l="l" r="r" t="t"/>
              <a:pathLst>
                <a:path extrusionOk="0" h="1374" w="6207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9"/>
            <p:cNvSpPr/>
            <p:nvPr/>
          </p:nvSpPr>
          <p:spPr>
            <a:xfrm>
              <a:off x="1537775" y="2571175"/>
              <a:ext cx="158425" cy="37150"/>
            </a:xfrm>
            <a:custGeom>
              <a:rect b="b" l="l" r="r" t="t"/>
              <a:pathLst>
                <a:path extrusionOk="0" h="1486" w="6337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9"/>
            <p:cNvSpPr/>
            <p:nvPr/>
          </p:nvSpPr>
          <p:spPr>
            <a:xfrm>
              <a:off x="1552850" y="2582550"/>
              <a:ext cx="54300" cy="2800"/>
            </a:xfrm>
            <a:custGeom>
              <a:rect b="b" l="l" r="r" t="t"/>
              <a:pathLst>
                <a:path extrusionOk="0" h="112" w="2172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9"/>
            <p:cNvSpPr/>
            <p:nvPr/>
          </p:nvSpPr>
          <p:spPr>
            <a:xfrm>
              <a:off x="1614300" y="2582550"/>
              <a:ext cx="33675" cy="2800"/>
            </a:xfrm>
            <a:custGeom>
              <a:rect b="b" l="l" r="r" t="t"/>
              <a:pathLst>
                <a:path extrusionOk="0" h="112" w="1347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9"/>
            <p:cNvSpPr/>
            <p:nvPr/>
          </p:nvSpPr>
          <p:spPr>
            <a:xfrm>
              <a:off x="1557025" y="2593675"/>
              <a:ext cx="33650" cy="2825"/>
            </a:xfrm>
            <a:custGeom>
              <a:rect b="b" l="l" r="r" t="t"/>
              <a:pathLst>
                <a:path extrusionOk="0" h="113" w="1346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9"/>
            <p:cNvSpPr/>
            <p:nvPr/>
          </p:nvSpPr>
          <p:spPr>
            <a:xfrm>
              <a:off x="1657450" y="2582550"/>
              <a:ext cx="20900" cy="2800"/>
            </a:xfrm>
            <a:custGeom>
              <a:rect b="b" l="l" r="r" t="t"/>
              <a:pathLst>
                <a:path extrusionOk="0" h="112" w="836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9"/>
            <p:cNvSpPr/>
            <p:nvPr/>
          </p:nvSpPr>
          <p:spPr>
            <a:xfrm>
              <a:off x="1612925" y="2594600"/>
              <a:ext cx="20900" cy="2825"/>
            </a:xfrm>
            <a:custGeom>
              <a:rect b="b" l="l" r="r" t="t"/>
              <a:pathLst>
                <a:path extrusionOk="0" h="113" w="836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9"/>
            <p:cNvSpPr/>
            <p:nvPr/>
          </p:nvSpPr>
          <p:spPr>
            <a:xfrm>
              <a:off x="1471450" y="2538725"/>
              <a:ext cx="235200" cy="8125"/>
            </a:xfrm>
            <a:custGeom>
              <a:rect b="b" l="l" r="r" t="t"/>
              <a:pathLst>
                <a:path extrusionOk="0" h="325" w="9408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9"/>
            <p:cNvSpPr/>
            <p:nvPr/>
          </p:nvSpPr>
          <p:spPr>
            <a:xfrm>
              <a:off x="1470050" y="2537325"/>
              <a:ext cx="237975" cy="10925"/>
            </a:xfrm>
            <a:custGeom>
              <a:rect b="b" l="l" r="r" t="t"/>
              <a:pathLst>
                <a:path extrusionOk="0" h="437" w="9519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9"/>
            <p:cNvSpPr/>
            <p:nvPr/>
          </p:nvSpPr>
          <p:spPr>
            <a:xfrm>
              <a:off x="799825" y="2522025"/>
              <a:ext cx="52425" cy="44325"/>
            </a:xfrm>
            <a:custGeom>
              <a:rect b="b" l="l" r="r" t="t"/>
              <a:pathLst>
                <a:path extrusionOk="0" h="1773" w="2097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9"/>
            <p:cNvSpPr/>
            <p:nvPr/>
          </p:nvSpPr>
          <p:spPr>
            <a:xfrm>
              <a:off x="829050" y="2521100"/>
              <a:ext cx="60550" cy="2800"/>
            </a:xfrm>
            <a:custGeom>
              <a:rect b="b" l="l" r="r" t="t"/>
              <a:pathLst>
                <a:path extrusionOk="0" h="112" w="2422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9"/>
            <p:cNvSpPr/>
            <p:nvPr/>
          </p:nvSpPr>
          <p:spPr>
            <a:xfrm>
              <a:off x="829050" y="2492325"/>
              <a:ext cx="60550" cy="3050"/>
            </a:xfrm>
            <a:custGeom>
              <a:rect b="b" l="l" r="r" t="t"/>
              <a:pathLst>
                <a:path extrusionOk="0" h="122" w="2422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9"/>
            <p:cNvSpPr/>
            <p:nvPr/>
          </p:nvSpPr>
          <p:spPr>
            <a:xfrm>
              <a:off x="794475" y="2510200"/>
              <a:ext cx="13950" cy="13700"/>
            </a:xfrm>
            <a:custGeom>
              <a:rect b="b" l="l" r="r" t="t"/>
              <a:pathLst>
                <a:path extrusionOk="0" h="548" w="558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9"/>
            <p:cNvSpPr/>
            <p:nvPr/>
          </p:nvSpPr>
          <p:spPr>
            <a:xfrm>
              <a:off x="816975" y="2515750"/>
              <a:ext cx="13700" cy="13725"/>
            </a:xfrm>
            <a:custGeom>
              <a:rect b="b" l="l" r="r" t="t"/>
              <a:pathLst>
                <a:path extrusionOk="0" h="549" w="548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9"/>
            <p:cNvSpPr/>
            <p:nvPr/>
          </p:nvSpPr>
          <p:spPr>
            <a:xfrm>
              <a:off x="816975" y="2486775"/>
              <a:ext cx="13700" cy="13925"/>
            </a:xfrm>
            <a:custGeom>
              <a:rect b="b" l="l" r="r" t="t"/>
              <a:pathLst>
                <a:path extrusionOk="0" h="557" w="548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9"/>
            <p:cNvSpPr/>
            <p:nvPr/>
          </p:nvSpPr>
          <p:spPr>
            <a:xfrm>
              <a:off x="884925" y="2342975"/>
              <a:ext cx="446475" cy="258150"/>
            </a:xfrm>
            <a:custGeom>
              <a:rect b="b" l="l" r="r" t="t"/>
              <a:pathLst>
                <a:path extrusionOk="0" h="10326" w="17859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9"/>
            <p:cNvSpPr/>
            <p:nvPr/>
          </p:nvSpPr>
          <p:spPr>
            <a:xfrm>
              <a:off x="884925" y="2342975"/>
              <a:ext cx="446475" cy="258150"/>
            </a:xfrm>
            <a:custGeom>
              <a:rect b="b" l="l" r="r" t="t"/>
              <a:pathLst>
                <a:path extrusionOk="0" h="10326" w="17859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9"/>
            <p:cNvSpPr/>
            <p:nvPr/>
          </p:nvSpPr>
          <p:spPr>
            <a:xfrm>
              <a:off x="885400" y="2326050"/>
              <a:ext cx="446700" cy="258375"/>
            </a:xfrm>
            <a:custGeom>
              <a:rect b="b" l="l" r="r" t="t"/>
              <a:pathLst>
                <a:path extrusionOk="0" h="10335" w="17868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9"/>
            <p:cNvSpPr/>
            <p:nvPr/>
          </p:nvSpPr>
          <p:spPr>
            <a:xfrm>
              <a:off x="884000" y="2324650"/>
              <a:ext cx="448100" cy="261175"/>
            </a:xfrm>
            <a:custGeom>
              <a:rect b="b" l="l" r="r" t="t"/>
              <a:pathLst>
                <a:path extrusionOk="0" h="10447" w="17924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9"/>
            <p:cNvSpPr/>
            <p:nvPr/>
          </p:nvSpPr>
          <p:spPr>
            <a:xfrm>
              <a:off x="1065600" y="2496750"/>
              <a:ext cx="3025" cy="86050"/>
            </a:xfrm>
            <a:custGeom>
              <a:rect b="b" l="l" r="r" t="t"/>
              <a:pathLst>
                <a:path extrusionOk="0" h="3442" w="12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9"/>
            <p:cNvSpPr/>
            <p:nvPr/>
          </p:nvSpPr>
          <p:spPr>
            <a:xfrm>
              <a:off x="1030100" y="2503225"/>
              <a:ext cx="37850" cy="33200"/>
            </a:xfrm>
            <a:custGeom>
              <a:rect b="b" l="l" r="r" t="t"/>
              <a:pathLst>
                <a:path extrusionOk="0" h="1328" w="1514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9"/>
            <p:cNvSpPr/>
            <p:nvPr/>
          </p:nvSpPr>
          <p:spPr>
            <a:xfrm>
              <a:off x="1025700" y="2493950"/>
              <a:ext cx="11850" cy="11850"/>
            </a:xfrm>
            <a:custGeom>
              <a:rect b="b" l="l" r="r" t="t"/>
              <a:pathLst>
                <a:path extrusionOk="0" h="474" w="474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9"/>
            <p:cNvSpPr/>
            <p:nvPr/>
          </p:nvSpPr>
          <p:spPr>
            <a:xfrm>
              <a:off x="1105250" y="2456625"/>
              <a:ext cx="2800" cy="126650"/>
            </a:xfrm>
            <a:custGeom>
              <a:rect b="b" l="l" r="r" t="t"/>
              <a:pathLst>
                <a:path extrusionOk="0" h="5066" w="11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9"/>
            <p:cNvSpPr/>
            <p:nvPr/>
          </p:nvSpPr>
          <p:spPr>
            <a:xfrm>
              <a:off x="1058175" y="2480975"/>
              <a:ext cx="17875" cy="17875"/>
            </a:xfrm>
            <a:custGeom>
              <a:rect b="b" l="l" r="r" t="t"/>
              <a:pathLst>
                <a:path extrusionOk="0" h="715" w="715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9"/>
            <p:cNvSpPr/>
            <p:nvPr/>
          </p:nvSpPr>
          <p:spPr>
            <a:xfrm>
              <a:off x="1146075" y="2496750"/>
              <a:ext cx="2800" cy="86050"/>
            </a:xfrm>
            <a:custGeom>
              <a:rect b="b" l="l" r="r" t="t"/>
              <a:pathLst>
                <a:path extrusionOk="0" h="3442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9"/>
            <p:cNvSpPr/>
            <p:nvPr/>
          </p:nvSpPr>
          <p:spPr>
            <a:xfrm>
              <a:off x="1146525" y="2503225"/>
              <a:ext cx="37825" cy="33200"/>
            </a:xfrm>
            <a:custGeom>
              <a:rect b="b" l="l" r="r" t="t"/>
              <a:pathLst>
                <a:path extrusionOk="0" h="1328" w="1513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9"/>
            <p:cNvSpPr/>
            <p:nvPr/>
          </p:nvSpPr>
          <p:spPr>
            <a:xfrm>
              <a:off x="1176925" y="2493950"/>
              <a:ext cx="11850" cy="11850"/>
            </a:xfrm>
            <a:custGeom>
              <a:rect b="b" l="l" r="r" t="t"/>
              <a:pathLst>
                <a:path extrusionOk="0" h="474" w="474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9"/>
            <p:cNvSpPr/>
            <p:nvPr/>
          </p:nvSpPr>
          <p:spPr>
            <a:xfrm>
              <a:off x="1138650" y="2480975"/>
              <a:ext cx="17650" cy="17875"/>
            </a:xfrm>
            <a:custGeom>
              <a:rect b="b" l="l" r="r" t="t"/>
              <a:pathLst>
                <a:path extrusionOk="0" h="715" w="706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9"/>
            <p:cNvSpPr/>
            <p:nvPr/>
          </p:nvSpPr>
          <p:spPr>
            <a:xfrm>
              <a:off x="1096450" y="2437825"/>
              <a:ext cx="20650" cy="20675"/>
            </a:xfrm>
            <a:custGeom>
              <a:rect b="b" l="l" r="r" t="t"/>
              <a:pathLst>
                <a:path extrusionOk="0" h="827" w="826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900" lIns="78900" spcFirstLastPara="1" rIns="78900" wrap="square" tIns="78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73" name="Google Shape;157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4648" y="3185919"/>
            <a:ext cx="4448100" cy="116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